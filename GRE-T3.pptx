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358DE-4A7C-4F88-AA07-FB731DBD8CDD}" type="datetimeFigureOut">
              <a:rPr lang="ko-KR" altLang="en-US" smtClean="0"/>
              <a:pPr/>
              <a:t>2026-07-13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F5CDC-4759-4C40-A9E0-38315D83D39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358DE-4A7C-4F88-AA07-FB731DBD8CDD}" type="datetimeFigureOut">
              <a:rPr lang="ko-KR" altLang="en-US" smtClean="0"/>
              <a:pPr/>
              <a:t>2026-07-13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F5CDC-4759-4C40-A9E0-38315D83D39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358DE-4A7C-4F88-AA07-FB731DBD8CDD}" type="datetimeFigureOut">
              <a:rPr lang="ko-KR" altLang="en-US" smtClean="0"/>
              <a:pPr/>
              <a:t>2026-07-13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F5CDC-4759-4C40-A9E0-38315D83D39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358DE-4A7C-4F88-AA07-FB731DBD8CDD}" type="datetimeFigureOut">
              <a:rPr lang="ko-KR" altLang="en-US" smtClean="0"/>
              <a:pPr/>
              <a:t>2026-07-13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F5CDC-4759-4C40-A9E0-38315D83D39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358DE-4A7C-4F88-AA07-FB731DBD8CDD}" type="datetimeFigureOut">
              <a:rPr lang="ko-KR" altLang="en-US" smtClean="0"/>
              <a:pPr/>
              <a:t>2026-07-13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F5CDC-4759-4C40-A9E0-38315D83D39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358DE-4A7C-4F88-AA07-FB731DBD8CDD}" type="datetimeFigureOut">
              <a:rPr lang="ko-KR" altLang="en-US" smtClean="0"/>
              <a:pPr/>
              <a:t>2026-07-13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F5CDC-4759-4C40-A9E0-38315D83D39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358DE-4A7C-4F88-AA07-FB731DBD8CDD}" type="datetimeFigureOut">
              <a:rPr lang="ko-KR" altLang="en-US" smtClean="0"/>
              <a:pPr/>
              <a:t>2026-07-13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F5CDC-4759-4C40-A9E0-38315D83D39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358DE-4A7C-4F88-AA07-FB731DBD8CDD}" type="datetimeFigureOut">
              <a:rPr lang="ko-KR" altLang="en-US" smtClean="0"/>
              <a:pPr/>
              <a:t>2026-07-13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F5CDC-4759-4C40-A9E0-38315D83D39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358DE-4A7C-4F88-AA07-FB731DBD8CDD}" type="datetimeFigureOut">
              <a:rPr lang="ko-KR" altLang="en-US" smtClean="0"/>
              <a:pPr/>
              <a:t>2026-07-13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F5CDC-4759-4C40-A9E0-38315D83D39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358DE-4A7C-4F88-AA07-FB731DBD8CDD}" type="datetimeFigureOut">
              <a:rPr lang="ko-KR" altLang="en-US" smtClean="0"/>
              <a:pPr/>
              <a:t>2026-07-13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F5CDC-4759-4C40-A9E0-38315D83D39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358DE-4A7C-4F88-AA07-FB731DBD8CDD}" type="datetimeFigureOut">
              <a:rPr lang="ko-KR" altLang="en-US" smtClean="0"/>
              <a:pPr/>
              <a:t>2026-07-13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F5CDC-4759-4C40-A9E0-38315D83D39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358DE-4A7C-4F88-AA07-FB731DBD8CDD}" type="datetimeFigureOut">
              <a:rPr lang="ko-KR" altLang="en-US" smtClean="0"/>
              <a:pPr/>
              <a:t>2026-07-13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F5CDC-4759-4C40-A9E0-38315D83D39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GRE Tunnel</a:t>
            </a:r>
            <a:endParaRPr lang="ko-KR" altLang="en-US"/>
          </a:p>
        </p:txBody>
      </p:sp>
      <p:grpSp>
        <p:nvGrpSpPr>
          <p:cNvPr id="2" name="그룹 6"/>
          <p:cNvGrpSpPr>
            <a:grpSpLocks/>
          </p:cNvGrpSpPr>
          <p:nvPr/>
        </p:nvGrpSpPr>
        <p:grpSpPr bwMode="auto">
          <a:xfrm>
            <a:off x="1214438" y="3286125"/>
            <a:ext cx="892175" cy="628650"/>
            <a:chOff x="1428750" y="4286250"/>
            <a:chExt cx="892175" cy="628650"/>
          </a:xfrm>
        </p:grpSpPr>
        <p:pic>
          <p:nvPicPr>
            <p:cNvPr id="106529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6530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R1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3" name="그룹 6"/>
          <p:cNvGrpSpPr>
            <a:grpSpLocks/>
          </p:cNvGrpSpPr>
          <p:nvPr/>
        </p:nvGrpSpPr>
        <p:grpSpPr bwMode="auto">
          <a:xfrm>
            <a:off x="7037388" y="3300413"/>
            <a:ext cx="892175" cy="628650"/>
            <a:chOff x="1428750" y="4286250"/>
            <a:chExt cx="892175" cy="628650"/>
          </a:xfrm>
        </p:grpSpPr>
        <p:pic>
          <p:nvPicPr>
            <p:cNvPr id="106527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6528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R2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4" name="그룹 6"/>
          <p:cNvGrpSpPr>
            <a:grpSpLocks/>
          </p:cNvGrpSpPr>
          <p:nvPr/>
        </p:nvGrpSpPr>
        <p:grpSpPr bwMode="auto">
          <a:xfrm>
            <a:off x="3071813" y="2000250"/>
            <a:ext cx="892175" cy="628650"/>
            <a:chOff x="1428750" y="4286250"/>
            <a:chExt cx="892175" cy="628650"/>
          </a:xfrm>
        </p:grpSpPr>
        <p:pic>
          <p:nvPicPr>
            <p:cNvPr id="106525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6526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R3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5" name="그룹 6"/>
          <p:cNvGrpSpPr>
            <a:grpSpLocks/>
          </p:cNvGrpSpPr>
          <p:nvPr/>
        </p:nvGrpSpPr>
        <p:grpSpPr bwMode="auto">
          <a:xfrm>
            <a:off x="5000625" y="2000250"/>
            <a:ext cx="892175" cy="628650"/>
            <a:chOff x="1428750" y="4286250"/>
            <a:chExt cx="892175" cy="628650"/>
          </a:xfrm>
        </p:grpSpPr>
        <p:pic>
          <p:nvPicPr>
            <p:cNvPr id="106523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6524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R4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6" name="그룹 6"/>
          <p:cNvGrpSpPr>
            <a:grpSpLocks/>
          </p:cNvGrpSpPr>
          <p:nvPr/>
        </p:nvGrpSpPr>
        <p:grpSpPr bwMode="auto">
          <a:xfrm>
            <a:off x="1214438" y="5086350"/>
            <a:ext cx="892175" cy="628650"/>
            <a:chOff x="1428750" y="4286250"/>
            <a:chExt cx="892175" cy="628650"/>
          </a:xfrm>
        </p:grpSpPr>
        <p:pic>
          <p:nvPicPr>
            <p:cNvPr id="106521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6522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588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R5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7" name="그룹 6"/>
          <p:cNvGrpSpPr>
            <a:grpSpLocks/>
          </p:cNvGrpSpPr>
          <p:nvPr/>
        </p:nvGrpSpPr>
        <p:grpSpPr bwMode="auto">
          <a:xfrm>
            <a:off x="7037388" y="5072063"/>
            <a:ext cx="892175" cy="628650"/>
            <a:chOff x="1428750" y="4286250"/>
            <a:chExt cx="892175" cy="628650"/>
          </a:xfrm>
        </p:grpSpPr>
        <p:pic>
          <p:nvPicPr>
            <p:cNvPr id="106519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6520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R6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21" name="직선 연결선 20"/>
          <p:cNvCxnSpPr>
            <a:stCxn id="86041" idx="3"/>
          </p:cNvCxnSpPr>
          <p:nvPr/>
        </p:nvCxnSpPr>
        <p:spPr>
          <a:xfrm>
            <a:off x="5892800" y="2314575"/>
            <a:ext cx="1144588" cy="1300163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stCxn id="86043" idx="3"/>
            <a:endCxn id="86041" idx="1"/>
          </p:cNvCxnSpPr>
          <p:nvPr/>
        </p:nvCxnSpPr>
        <p:spPr>
          <a:xfrm>
            <a:off x="3963988" y="2314575"/>
            <a:ext cx="1036637" cy="1588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>
            <a:stCxn id="4" idx="2"/>
            <a:endCxn id="16" idx="0"/>
          </p:cNvCxnSpPr>
          <p:nvPr/>
        </p:nvCxnSpPr>
        <p:spPr>
          <a:xfrm rot="5400000">
            <a:off x="1074737" y="4500563"/>
            <a:ext cx="1171575" cy="0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>
            <a:stCxn id="86043" idx="1"/>
          </p:cNvCxnSpPr>
          <p:nvPr/>
        </p:nvCxnSpPr>
        <p:spPr>
          <a:xfrm rot="10800000" flipV="1">
            <a:off x="2106613" y="2314575"/>
            <a:ext cx="965200" cy="1285875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>
            <a:stCxn id="7" idx="2"/>
            <a:endCxn id="19" idx="0"/>
          </p:cNvCxnSpPr>
          <p:nvPr/>
        </p:nvCxnSpPr>
        <p:spPr>
          <a:xfrm rot="5400000">
            <a:off x="6912769" y="4501356"/>
            <a:ext cx="1143000" cy="1588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510" name="TextBox 182"/>
          <p:cNvSpPr txBox="1">
            <a:spLocks noChangeArrowheads="1"/>
          </p:cNvSpPr>
          <p:nvPr/>
        </p:nvSpPr>
        <p:spPr bwMode="auto">
          <a:xfrm>
            <a:off x="1785938" y="4286250"/>
            <a:ext cx="10223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F0/0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192.168.1.0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6511" name="TextBox 182"/>
          <p:cNvSpPr txBox="1">
            <a:spLocks noChangeArrowheads="1"/>
          </p:cNvSpPr>
          <p:nvPr/>
        </p:nvSpPr>
        <p:spPr bwMode="auto">
          <a:xfrm>
            <a:off x="4229610" y="2428875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S0/1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34.0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6512" name="TextBox 182"/>
          <p:cNvSpPr txBox="1">
            <a:spLocks noChangeArrowheads="1"/>
          </p:cNvSpPr>
          <p:nvPr/>
        </p:nvSpPr>
        <p:spPr bwMode="auto">
          <a:xfrm>
            <a:off x="6335713" y="4286250"/>
            <a:ext cx="10223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F0/1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192.168.2.0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6513" name="TextBox 182"/>
          <p:cNvSpPr txBox="1">
            <a:spLocks noChangeArrowheads="1"/>
          </p:cNvSpPr>
          <p:nvPr/>
        </p:nvSpPr>
        <p:spPr bwMode="auto">
          <a:xfrm>
            <a:off x="6015548" y="3071813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S0/0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24.0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6514" name="TextBox 182"/>
          <p:cNvSpPr txBox="1">
            <a:spLocks noChangeArrowheads="1"/>
          </p:cNvSpPr>
          <p:nvPr/>
        </p:nvSpPr>
        <p:spPr bwMode="auto">
          <a:xfrm>
            <a:off x="2538923" y="3071813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S0/0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13.0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6515" name="TextBox 190"/>
          <p:cNvSpPr txBox="1">
            <a:spLocks noChangeArrowheads="1"/>
          </p:cNvSpPr>
          <p:nvPr/>
        </p:nvSpPr>
        <p:spPr bwMode="auto">
          <a:xfrm>
            <a:off x="928688" y="2571750"/>
            <a:ext cx="142875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Tunnel 0</a:t>
            </a:r>
          </a:p>
          <a:p>
            <a:pPr algn="ctr"/>
            <a:r>
              <a:rPr kumimoji="0" lang="en-US" altLang="ko-KR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172.16.1.1</a:t>
            </a:r>
            <a:endParaRPr kumimoji="0" lang="ko-KR" altLang="en-US" b="1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6516" name="TextBox 190"/>
          <p:cNvSpPr txBox="1">
            <a:spLocks noChangeArrowheads="1"/>
          </p:cNvSpPr>
          <p:nvPr/>
        </p:nvSpPr>
        <p:spPr bwMode="auto">
          <a:xfrm>
            <a:off x="6715125" y="2568575"/>
            <a:ext cx="142875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Tunnel 0</a:t>
            </a:r>
          </a:p>
          <a:p>
            <a:pPr algn="ctr"/>
            <a:r>
              <a:rPr kumimoji="0" lang="en-US" altLang="ko-KR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172.16.1.2</a:t>
            </a:r>
            <a:endParaRPr kumimoji="0" lang="ko-KR" altLang="en-US" b="1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타원 32"/>
          <p:cNvSpPr/>
          <p:nvPr/>
        </p:nvSpPr>
        <p:spPr bwMode="auto">
          <a:xfrm>
            <a:off x="857250" y="1643063"/>
            <a:ext cx="7858125" cy="442912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2000" dirty="0">
              <a:solidFill>
                <a:schemeClr val="accent1"/>
              </a:solidFill>
            </a:endParaRPr>
          </a:p>
        </p:txBody>
      </p:sp>
      <p:cxnSp>
        <p:nvCxnSpPr>
          <p:cNvPr id="39" name="직선 연결선 38"/>
          <p:cNvCxnSpPr>
            <a:stCxn id="86047" idx="3"/>
            <a:endCxn id="86045" idx="1"/>
          </p:cNvCxnSpPr>
          <p:nvPr/>
        </p:nvCxnSpPr>
        <p:spPr>
          <a:xfrm>
            <a:off x="2106613" y="3600450"/>
            <a:ext cx="4930775" cy="14288"/>
          </a:xfrm>
          <a:prstGeom prst="line">
            <a:avLst/>
          </a:prstGeom>
          <a:ln w="25400" cmpd="sng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190"/>
          <p:cNvSpPr txBox="1">
            <a:spLocks noChangeArrowheads="1"/>
          </p:cNvSpPr>
          <p:nvPr/>
        </p:nvSpPr>
        <p:spPr bwMode="auto">
          <a:xfrm>
            <a:off x="4071934" y="4500570"/>
            <a:ext cx="115093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en-US" altLang="ko-KR" sz="2800" b="1" u="sng" dirty="0">
                <a:latin typeface="맑은 고딕" pitchFamily="50" charset="-127"/>
                <a:ea typeface="맑은 고딕" pitchFamily="50" charset="-127"/>
              </a:rPr>
              <a:t>RIPv2</a:t>
            </a:r>
            <a:endParaRPr kumimoji="0" lang="ko-KR" altLang="en-US" sz="2800" b="1" u="sng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GRE Tunnel</a:t>
            </a:r>
            <a:endParaRPr lang="ko-KR" altLang="en-US"/>
          </a:p>
        </p:txBody>
      </p:sp>
      <p:sp>
        <p:nvSpPr>
          <p:cNvPr id="107523" name="내용 개체 틀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Tunnel IP Address</a:t>
            </a:r>
          </a:p>
          <a:p>
            <a:pPr lvl="1"/>
            <a:r>
              <a:rPr lang="en-US" altLang="ko-KR" dirty="0"/>
              <a:t>R1: 172.16.1.1</a:t>
            </a:r>
          </a:p>
          <a:p>
            <a:pPr lvl="1"/>
            <a:r>
              <a:rPr lang="en-US" altLang="ko-KR" dirty="0"/>
              <a:t>R2: 172.16.1.2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PBR</a:t>
            </a:r>
          </a:p>
          <a:p>
            <a:pPr lvl="1"/>
            <a:r>
              <a:rPr lang="en-US" altLang="ko-KR" dirty="0"/>
              <a:t>Route-map PBR per 10</a:t>
            </a:r>
          </a:p>
          <a:p>
            <a:pPr lvl="1"/>
            <a:r>
              <a:rPr lang="en-US" altLang="ko-KR" dirty="0"/>
              <a:t>Match </a:t>
            </a:r>
            <a:r>
              <a:rPr lang="en-US" altLang="ko-KR" dirty="0" err="1"/>
              <a:t>ip</a:t>
            </a:r>
            <a:r>
              <a:rPr lang="en-US" altLang="ko-KR" dirty="0"/>
              <a:t> address 10</a:t>
            </a:r>
          </a:p>
          <a:p>
            <a:pPr lvl="1"/>
            <a:r>
              <a:rPr lang="en-US" altLang="ko-KR" dirty="0"/>
              <a:t>Set </a:t>
            </a:r>
            <a:r>
              <a:rPr lang="en-US" altLang="ko-KR" dirty="0" err="1"/>
              <a:t>ip</a:t>
            </a:r>
            <a:r>
              <a:rPr lang="en-US" altLang="ko-KR" dirty="0"/>
              <a:t> next-hop 172.16.1.x</a:t>
            </a:r>
            <a:endParaRPr lang="ko-KR" altLang="en-US" dirty="0"/>
          </a:p>
        </p:txBody>
      </p:sp>
      <p:sp>
        <p:nvSpPr>
          <p:cNvPr id="107524" name="내용 개체 틀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GRE Tunnel </a:t>
            </a:r>
            <a:r>
              <a:rPr lang="ko-KR" altLang="en-US" dirty="0"/>
              <a:t>설정 순서</a:t>
            </a:r>
            <a:endParaRPr lang="en-US" altLang="ko-KR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/>
              <a:t>터널 인터페이스 설정</a:t>
            </a:r>
            <a:endParaRPr lang="en-US" altLang="ko-KR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/>
              <a:t>터널 </a:t>
            </a:r>
            <a:r>
              <a:rPr lang="en-US" altLang="ko-KR" dirty="0"/>
              <a:t>IP </a:t>
            </a:r>
            <a:r>
              <a:rPr lang="ko-KR" altLang="en-US" dirty="0"/>
              <a:t>주소 설정</a:t>
            </a:r>
            <a:endParaRPr lang="en-US" altLang="ko-KR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/>
              <a:t>출발지</a:t>
            </a:r>
            <a:r>
              <a:rPr lang="en-US" altLang="ko-KR" dirty="0"/>
              <a:t>, </a:t>
            </a:r>
            <a:r>
              <a:rPr lang="ko-KR" altLang="en-US" dirty="0"/>
              <a:t>목적지 </a:t>
            </a:r>
            <a:r>
              <a:rPr lang="en-US" altLang="ko-KR" dirty="0"/>
              <a:t>IP </a:t>
            </a:r>
            <a:r>
              <a:rPr lang="ko-KR" altLang="en-US" dirty="0"/>
              <a:t>설정</a:t>
            </a:r>
            <a:endParaRPr lang="en-US" altLang="ko-KR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ko-KR" dirty="0"/>
              <a:t>PBR </a:t>
            </a:r>
            <a:r>
              <a:rPr lang="ko-KR" altLang="en-US" dirty="0"/>
              <a:t>적용</a:t>
            </a:r>
            <a:endParaRPr lang="en-US" altLang="ko-KR" dirty="0"/>
          </a:p>
          <a:p>
            <a:pPr marL="1314450" lvl="2" indent="-457200"/>
            <a:r>
              <a:rPr lang="ko-KR" altLang="en-US" dirty="0"/>
              <a:t>터널인터페이스로 전송</a:t>
            </a:r>
            <a:endParaRPr lang="en-US" altLang="ko-KR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/>
              <a:t>경로 추적</a:t>
            </a:r>
            <a:endParaRPr lang="en-US" altLang="ko-K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73</Words>
  <Application>Microsoft Office PowerPoint</Application>
  <PresentationFormat>화면 슬라이드 쇼(4:3)</PresentationFormat>
  <Paragraphs>38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GRE Tunnel</vt:lpstr>
      <vt:lpstr>GRE Tunnel</vt:lpstr>
    </vt:vector>
  </TitlesOfParts>
  <Company>JHTA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 Tunnel</dc:title>
  <dc:creator>NetZzang</dc:creator>
  <cp:lastModifiedBy>gong-807-001</cp:lastModifiedBy>
  <cp:revision>4</cp:revision>
  <dcterms:created xsi:type="dcterms:W3CDTF">2012-02-21T14:27:19Z</dcterms:created>
  <dcterms:modified xsi:type="dcterms:W3CDTF">2026-07-13T02:59:22Z</dcterms:modified>
</cp:coreProperties>
</file>