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001E4-4626-4391-9ADB-044969C83B86}" type="datetimeFigureOut">
              <a:rPr lang="ko-KR" altLang="en-US" smtClean="0"/>
              <a:pPr/>
              <a:t>2023-09-11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GRE Tunnel. </a:t>
            </a:r>
            <a:r>
              <a:rPr lang="ko-KR" altLang="en-US" dirty="0"/>
              <a:t>광고</a:t>
            </a:r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428625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1965325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3465513" y="3357563"/>
            <a:ext cx="892175" cy="628650"/>
            <a:chOff x="1428750" y="4286250"/>
            <a:chExt cx="892175" cy="628650"/>
          </a:xfrm>
        </p:grpSpPr>
        <p:pic>
          <p:nvPicPr>
            <p:cNvPr id="309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4929188" y="3371850"/>
            <a:ext cx="892175" cy="628650"/>
            <a:chOff x="1428750" y="4286250"/>
            <a:chExt cx="892175" cy="628650"/>
          </a:xfrm>
        </p:grpSpPr>
        <p:pic>
          <p:nvPicPr>
            <p:cNvPr id="30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465888" y="3357563"/>
            <a:ext cx="892175" cy="628650"/>
            <a:chOff x="1428750" y="4286250"/>
            <a:chExt cx="892175" cy="628650"/>
          </a:xfrm>
        </p:grpSpPr>
        <p:pic>
          <p:nvPicPr>
            <p:cNvPr id="309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7966075" y="3357563"/>
            <a:ext cx="892175" cy="628650"/>
            <a:chOff x="1428750" y="4286250"/>
            <a:chExt cx="892175" cy="628650"/>
          </a:xfrm>
        </p:grpSpPr>
        <p:pic>
          <p:nvPicPr>
            <p:cNvPr id="309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/>
          <p:nvPr/>
        </p:nvCxnSpPr>
        <p:spPr>
          <a:xfrm flipV="1">
            <a:off x="1320800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857500" y="3671888"/>
            <a:ext cx="608013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357688" y="3671888"/>
            <a:ext cx="571500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5821363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7358063" y="3671888"/>
            <a:ext cx="6080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1276495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12.0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7" name="TextBox 182"/>
          <p:cNvSpPr txBox="1">
            <a:spLocks noChangeArrowheads="1"/>
          </p:cNvSpPr>
          <p:nvPr/>
        </p:nvSpPr>
        <p:spPr bwMode="auto">
          <a:xfrm>
            <a:off x="2939302" y="3857627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8" name="TextBox 182"/>
          <p:cNvSpPr txBox="1">
            <a:spLocks noChangeArrowheads="1"/>
          </p:cNvSpPr>
          <p:nvPr/>
        </p:nvSpPr>
        <p:spPr bwMode="auto">
          <a:xfrm>
            <a:off x="4351880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34.0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90" name="TextBox 182"/>
          <p:cNvSpPr txBox="1">
            <a:spLocks noChangeArrowheads="1"/>
          </p:cNvSpPr>
          <p:nvPr/>
        </p:nvSpPr>
        <p:spPr bwMode="auto">
          <a:xfrm>
            <a:off x="7352255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56.0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214282" y="1340769"/>
            <a:ext cx="8929718" cy="410445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grpSp>
        <p:nvGrpSpPr>
          <p:cNvPr id="37" name="그룹 104"/>
          <p:cNvGrpSpPr>
            <a:grpSpLocks/>
          </p:cNvGrpSpPr>
          <p:nvPr/>
        </p:nvGrpSpPr>
        <p:grpSpPr bwMode="auto">
          <a:xfrm>
            <a:off x="685850" y="3933056"/>
            <a:ext cx="285750" cy="358775"/>
            <a:chOff x="1714481" y="3857627"/>
            <a:chExt cx="285750" cy="358775"/>
          </a:xfrm>
        </p:grpSpPr>
        <p:cxnSp>
          <p:nvCxnSpPr>
            <p:cNvPr id="38" name="직선 연결선 3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104"/>
          <p:cNvGrpSpPr>
            <a:grpSpLocks/>
          </p:cNvGrpSpPr>
          <p:nvPr/>
        </p:nvGrpSpPr>
        <p:grpSpPr bwMode="auto">
          <a:xfrm>
            <a:off x="2270026" y="3933056"/>
            <a:ext cx="285750" cy="358775"/>
            <a:chOff x="1714481" y="3857627"/>
            <a:chExt cx="285750" cy="358775"/>
          </a:xfrm>
        </p:grpSpPr>
        <p:cxnSp>
          <p:nvCxnSpPr>
            <p:cNvPr id="42" name="직선 연결선 4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104"/>
          <p:cNvGrpSpPr>
            <a:grpSpLocks/>
          </p:cNvGrpSpPr>
          <p:nvPr/>
        </p:nvGrpSpPr>
        <p:grpSpPr bwMode="auto">
          <a:xfrm>
            <a:off x="3779912" y="3934321"/>
            <a:ext cx="285750" cy="358775"/>
            <a:chOff x="1714481" y="3857627"/>
            <a:chExt cx="285750" cy="358775"/>
          </a:xfrm>
        </p:grpSpPr>
        <p:cxnSp>
          <p:nvCxnSpPr>
            <p:cNvPr id="48" name="직선 연결선 4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104"/>
          <p:cNvGrpSpPr>
            <a:grpSpLocks/>
          </p:cNvGrpSpPr>
          <p:nvPr/>
        </p:nvGrpSpPr>
        <p:grpSpPr bwMode="auto">
          <a:xfrm>
            <a:off x="5222354" y="3934321"/>
            <a:ext cx="285750" cy="358775"/>
            <a:chOff x="1714481" y="3857627"/>
            <a:chExt cx="285750" cy="358775"/>
          </a:xfrm>
        </p:grpSpPr>
        <p:cxnSp>
          <p:nvCxnSpPr>
            <p:cNvPr id="52" name="직선 연결선 5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104"/>
          <p:cNvGrpSpPr>
            <a:grpSpLocks/>
          </p:cNvGrpSpPr>
          <p:nvPr/>
        </p:nvGrpSpPr>
        <p:grpSpPr bwMode="auto">
          <a:xfrm>
            <a:off x="6732240" y="3934321"/>
            <a:ext cx="285750" cy="358775"/>
            <a:chOff x="1714481" y="3857627"/>
            <a:chExt cx="285750" cy="358775"/>
          </a:xfrm>
        </p:grpSpPr>
        <p:cxnSp>
          <p:nvCxnSpPr>
            <p:cNvPr id="57" name="직선 연결선 56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104"/>
          <p:cNvGrpSpPr>
            <a:grpSpLocks/>
          </p:cNvGrpSpPr>
          <p:nvPr/>
        </p:nvGrpSpPr>
        <p:grpSpPr bwMode="auto">
          <a:xfrm>
            <a:off x="8246690" y="3933056"/>
            <a:ext cx="285750" cy="358775"/>
            <a:chOff x="1714481" y="3857627"/>
            <a:chExt cx="285750" cy="358775"/>
          </a:xfrm>
        </p:grpSpPr>
        <p:cxnSp>
          <p:nvCxnSpPr>
            <p:cNvPr id="60" name="직선 연결선 59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190"/>
          <p:cNvSpPr txBox="1">
            <a:spLocks noChangeArrowheads="1"/>
          </p:cNvSpPr>
          <p:nvPr/>
        </p:nvSpPr>
        <p:spPr bwMode="auto">
          <a:xfrm>
            <a:off x="3342788" y="1500174"/>
            <a:ext cx="26579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OSPF 1 Area 0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182"/>
          <p:cNvSpPr txBox="1">
            <a:spLocks noChangeArrowheads="1"/>
          </p:cNvSpPr>
          <p:nvPr/>
        </p:nvSpPr>
        <p:spPr bwMode="auto">
          <a:xfrm>
            <a:off x="5917331" y="3880816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45.4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GRE Tunnel. </a:t>
            </a:r>
            <a:r>
              <a:rPr lang="ko-KR" altLang="en-US" dirty="0"/>
              <a:t>광고</a:t>
            </a:r>
          </a:p>
        </p:txBody>
      </p:sp>
      <p:sp>
        <p:nvSpPr>
          <p:cNvPr id="79875" name="내용 개체 틀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모든 </a:t>
            </a:r>
            <a:r>
              <a:rPr lang="ko-KR" altLang="en-US" dirty="0" err="1"/>
              <a:t>라우터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인접간 터널 생성</a:t>
            </a:r>
            <a:endParaRPr lang="en-US" altLang="ko-KR" dirty="0"/>
          </a:p>
          <a:p>
            <a:pPr lvl="2"/>
            <a:r>
              <a:rPr lang="en-US" altLang="ko-KR" dirty="0"/>
              <a:t>R1 - R2: Tunnel 12</a:t>
            </a:r>
          </a:p>
          <a:p>
            <a:pPr lvl="2"/>
            <a:r>
              <a:rPr lang="en-US" altLang="ko-KR" dirty="0"/>
              <a:t>R2 - R3: Tunnel 23</a:t>
            </a:r>
          </a:p>
          <a:p>
            <a:pPr lvl="2"/>
            <a:r>
              <a:rPr lang="en-US" altLang="ko-KR" dirty="0"/>
              <a:t>R3 – R4: Tunnel 34</a:t>
            </a:r>
          </a:p>
          <a:p>
            <a:pPr lvl="2"/>
            <a:r>
              <a:rPr lang="en-US" altLang="ko-KR" dirty="0"/>
              <a:t>R4 – R5: Tunnel 45</a:t>
            </a:r>
          </a:p>
          <a:p>
            <a:pPr lvl="2"/>
            <a:r>
              <a:rPr lang="en-US" altLang="ko-KR" dirty="0"/>
              <a:t>R5 – R6: Tunnel 56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터널 설정</a:t>
            </a:r>
            <a:endParaRPr lang="en-US" altLang="ko-KR" dirty="0"/>
          </a:p>
          <a:p>
            <a:pPr lvl="1"/>
            <a:r>
              <a:rPr lang="en-US" altLang="ko-KR" dirty="0"/>
              <a:t>IP address: 10.1.xy.z</a:t>
            </a:r>
          </a:p>
          <a:p>
            <a:pPr lvl="1"/>
            <a:r>
              <a:rPr lang="en-US" altLang="ko-KR" dirty="0"/>
              <a:t>Source: </a:t>
            </a:r>
            <a:r>
              <a:rPr lang="ko-KR" altLang="en-US" dirty="0"/>
              <a:t>출구인터페이스</a:t>
            </a:r>
            <a:endParaRPr lang="en-US" altLang="ko-KR" dirty="0"/>
          </a:p>
          <a:p>
            <a:pPr lvl="1"/>
            <a:r>
              <a:rPr lang="en-US" altLang="ko-KR" dirty="0"/>
              <a:t>Destination: </a:t>
            </a:r>
            <a:r>
              <a:rPr lang="ko-KR" altLang="en-US" dirty="0" err="1"/>
              <a:t>넥스트홉주소</a:t>
            </a:r>
            <a:endParaRPr lang="en-US" altLang="ko-KR" dirty="0"/>
          </a:p>
        </p:txBody>
      </p:sp>
      <p:sp>
        <p:nvSpPr>
          <p:cNvPr id="79876" name="내용 개체 틀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OSPF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ko-KR" altLang="en-US" dirty="0"/>
              <a:t>광고</a:t>
            </a:r>
            <a:endParaRPr lang="en-US" altLang="ko-KR" dirty="0"/>
          </a:p>
          <a:p>
            <a:pPr lvl="2"/>
            <a:r>
              <a:rPr lang="ko-KR" altLang="en-US" dirty="0"/>
              <a:t>자신의 </a:t>
            </a:r>
            <a:r>
              <a:rPr lang="en-US" altLang="ko-KR" dirty="0"/>
              <a:t>Loopback 0</a:t>
            </a:r>
          </a:p>
          <a:p>
            <a:pPr lvl="2"/>
            <a:r>
              <a:rPr lang="ko-KR" altLang="en-US" dirty="0"/>
              <a:t>터널주소 </a:t>
            </a:r>
            <a:endParaRPr lang="en-US" altLang="ko-KR" dirty="0"/>
          </a:p>
          <a:p>
            <a:pPr lvl="1"/>
            <a:r>
              <a:rPr lang="ko-KR" altLang="en-US" dirty="0"/>
              <a:t>물리적 주소</a:t>
            </a:r>
            <a:r>
              <a:rPr lang="en-US" altLang="ko-KR" dirty="0"/>
              <a:t>: </a:t>
            </a:r>
            <a:r>
              <a:rPr lang="ko-KR" altLang="en-US" dirty="0"/>
              <a:t>광고 </a:t>
            </a:r>
            <a:r>
              <a:rPr lang="ko-KR" altLang="en-US" dirty="0" err="1"/>
              <a:t>안함</a:t>
            </a: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91</Words>
  <Application>Microsoft Office PowerPoint</Application>
  <PresentationFormat>화면 슬라이드 쇼(4:3)</PresentationFormat>
  <Paragraphs>36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GRE Tunnel. 광고</vt:lpstr>
      <vt:lpstr>GRE Tunnel. 광고</vt:lpstr>
    </vt:vector>
  </TitlesOfParts>
  <Company>ITWill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FR1. F/R 실습(Ping Test)</dc:title>
  <dc:creator>IT154-01</dc:creator>
  <cp:lastModifiedBy>admin</cp:lastModifiedBy>
  <cp:revision>20</cp:revision>
  <dcterms:created xsi:type="dcterms:W3CDTF">2012-02-25T07:17:08Z</dcterms:created>
  <dcterms:modified xsi:type="dcterms:W3CDTF">2023-09-11T07:21:09Z</dcterms:modified>
</cp:coreProperties>
</file>