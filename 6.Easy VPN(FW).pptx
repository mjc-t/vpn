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1D2D-85C0-4190-B12F-3A8206E1C406}" type="datetimeFigureOut">
              <a:rPr lang="ko-KR" altLang="en-US" smtClean="0"/>
              <a:pPr/>
              <a:t>2013-08-01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Easy VPN(FW)</a:t>
            </a:r>
            <a:endParaRPr lang="ko-KR" altLang="en-US" dirty="0" smtClean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2483768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5652120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2" name="그룹 104"/>
          <p:cNvGrpSpPr>
            <a:grpSpLocks/>
          </p:cNvGrpSpPr>
          <p:nvPr/>
        </p:nvGrpSpPr>
        <p:grpSpPr bwMode="auto">
          <a:xfrm flipV="1">
            <a:off x="2774082" y="2996952"/>
            <a:ext cx="285750" cy="358775"/>
            <a:chOff x="1714481" y="3857627"/>
            <a:chExt cx="285750" cy="358775"/>
          </a:xfrm>
        </p:grpSpPr>
        <p:cxnSp>
          <p:nvCxnSpPr>
            <p:cNvPr id="33" name="직선 연결선 32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104"/>
          <p:cNvGrpSpPr>
            <a:grpSpLocks/>
          </p:cNvGrpSpPr>
          <p:nvPr/>
        </p:nvGrpSpPr>
        <p:grpSpPr bwMode="auto">
          <a:xfrm flipV="1">
            <a:off x="5970513" y="2998217"/>
            <a:ext cx="285750" cy="358775"/>
            <a:chOff x="1714481" y="3857627"/>
            <a:chExt cx="285750" cy="358775"/>
          </a:xfrm>
        </p:grpSpPr>
        <p:cxnSp>
          <p:nvCxnSpPr>
            <p:cNvPr id="36" name="직선 연결선 35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6"/>
          <p:cNvGrpSpPr>
            <a:grpSpLocks/>
          </p:cNvGrpSpPr>
          <p:nvPr/>
        </p:nvGrpSpPr>
        <p:grpSpPr bwMode="auto">
          <a:xfrm>
            <a:off x="683568" y="3371850"/>
            <a:ext cx="892175" cy="628650"/>
            <a:chOff x="1428750" y="4286250"/>
            <a:chExt cx="892175" cy="628650"/>
          </a:xfrm>
        </p:grpSpPr>
        <p:pic>
          <p:nvPicPr>
            <p:cNvPr id="18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0" name="그룹 104"/>
          <p:cNvGrpSpPr>
            <a:grpSpLocks/>
          </p:cNvGrpSpPr>
          <p:nvPr/>
        </p:nvGrpSpPr>
        <p:grpSpPr bwMode="auto">
          <a:xfrm flipV="1">
            <a:off x="973882" y="2996952"/>
            <a:ext cx="285750" cy="358775"/>
            <a:chOff x="1714481" y="3857627"/>
            <a:chExt cx="285750" cy="358775"/>
          </a:xfrm>
        </p:grpSpPr>
        <p:cxnSp>
          <p:nvCxnSpPr>
            <p:cNvPr id="21" name="직선 연결선 20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6"/>
          <p:cNvGrpSpPr>
            <a:grpSpLocks/>
          </p:cNvGrpSpPr>
          <p:nvPr/>
        </p:nvGrpSpPr>
        <p:grpSpPr bwMode="auto">
          <a:xfrm>
            <a:off x="7552407" y="3376414"/>
            <a:ext cx="892175" cy="628650"/>
            <a:chOff x="1428750" y="4286250"/>
            <a:chExt cx="892175" cy="628650"/>
          </a:xfrm>
        </p:grpSpPr>
        <p:pic>
          <p:nvPicPr>
            <p:cNvPr id="24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 smtClean="0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6" name="그룹 104"/>
          <p:cNvGrpSpPr>
            <a:grpSpLocks/>
          </p:cNvGrpSpPr>
          <p:nvPr/>
        </p:nvGrpSpPr>
        <p:grpSpPr bwMode="auto">
          <a:xfrm flipV="1">
            <a:off x="7842721" y="3001516"/>
            <a:ext cx="285750" cy="358775"/>
            <a:chOff x="1714481" y="3857627"/>
            <a:chExt cx="285750" cy="358775"/>
          </a:xfrm>
        </p:grpSpPr>
        <p:cxnSp>
          <p:nvCxnSpPr>
            <p:cNvPr id="27" name="직선 연결선 26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직선 연결선 28"/>
          <p:cNvCxnSpPr>
            <a:stCxn id="18" idx="3"/>
            <a:endCxn id="3101" idx="1"/>
          </p:cNvCxnSpPr>
          <p:nvPr/>
        </p:nvCxnSpPr>
        <p:spPr>
          <a:xfrm>
            <a:off x="1575743" y="3686175"/>
            <a:ext cx="908025" cy="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stCxn id="3099" idx="3"/>
            <a:endCxn id="24" idx="1"/>
          </p:cNvCxnSpPr>
          <p:nvPr/>
        </p:nvCxnSpPr>
        <p:spPr>
          <a:xfrm>
            <a:off x="6544295" y="3671888"/>
            <a:ext cx="1008112" cy="18851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82"/>
          <p:cNvSpPr txBox="1">
            <a:spLocks noChangeArrowheads="1"/>
          </p:cNvSpPr>
          <p:nvPr/>
        </p:nvSpPr>
        <p:spPr bwMode="auto">
          <a:xfrm>
            <a:off x="1582304" y="2924944"/>
            <a:ext cx="10005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1.1.12.0/24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182"/>
          <p:cNvSpPr txBox="1">
            <a:spLocks noChangeArrowheads="1"/>
          </p:cNvSpPr>
          <p:nvPr/>
        </p:nvSpPr>
        <p:spPr bwMode="auto">
          <a:xfrm>
            <a:off x="6479804" y="2924944"/>
            <a:ext cx="10005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1.1.34.0/24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타원 44"/>
          <p:cNvSpPr/>
          <p:nvPr/>
        </p:nvSpPr>
        <p:spPr bwMode="auto">
          <a:xfrm>
            <a:off x="467544" y="2348880"/>
            <a:ext cx="2736304" cy="244827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6" name="타원 45"/>
          <p:cNvSpPr/>
          <p:nvPr/>
        </p:nvSpPr>
        <p:spPr bwMode="auto">
          <a:xfrm>
            <a:off x="5896223" y="2348880"/>
            <a:ext cx="2736304" cy="244827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7" name="TextBox 190"/>
          <p:cNvSpPr txBox="1">
            <a:spLocks noChangeArrowheads="1"/>
          </p:cNvSpPr>
          <p:nvPr/>
        </p:nvSpPr>
        <p:spPr bwMode="auto">
          <a:xfrm>
            <a:off x="899592" y="1412776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190"/>
          <p:cNvSpPr txBox="1">
            <a:spLocks noChangeArrowheads="1"/>
          </p:cNvSpPr>
          <p:nvPr/>
        </p:nvSpPr>
        <p:spPr bwMode="auto">
          <a:xfrm>
            <a:off x="6341951" y="1340768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Box 192"/>
          <p:cNvSpPr txBox="1">
            <a:spLocks noChangeArrowheads="1"/>
          </p:cNvSpPr>
          <p:nvPr/>
        </p:nvSpPr>
        <p:spPr bwMode="auto">
          <a:xfrm>
            <a:off x="1619672" y="3789040"/>
            <a:ext cx="84734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VLAN_12</a:t>
            </a:r>
          </a:p>
        </p:txBody>
      </p:sp>
      <p:sp>
        <p:nvSpPr>
          <p:cNvPr id="50" name="TextBox 192"/>
          <p:cNvSpPr txBox="1">
            <a:spLocks noChangeArrowheads="1"/>
          </p:cNvSpPr>
          <p:nvPr/>
        </p:nvSpPr>
        <p:spPr bwMode="auto">
          <a:xfrm>
            <a:off x="6633052" y="3789040"/>
            <a:ext cx="8473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VLAN_34</a:t>
            </a:r>
          </a:p>
        </p:txBody>
      </p:sp>
      <p:sp>
        <p:nvSpPr>
          <p:cNvPr id="65" name="TextBox 192"/>
          <p:cNvSpPr txBox="1">
            <a:spLocks noChangeArrowheads="1"/>
          </p:cNvSpPr>
          <p:nvPr/>
        </p:nvSpPr>
        <p:spPr bwMode="auto">
          <a:xfrm>
            <a:off x="3429882" y="3152001"/>
            <a:ext cx="4940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10.0</a:t>
            </a:r>
            <a:endParaRPr kumimoji="0" lang="en-US" altLang="ko-KR" sz="1200" b="1" i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TextBox 192"/>
          <p:cNvSpPr txBox="1">
            <a:spLocks noChangeArrowheads="1"/>
          </p:cNvSpPr>
          <p:nvPr/>
        </p:nvSpPr>
        <p:spPr bwMode="auto">
          <a:xfrm>
            <a:off x="5076056" y="3152001"/>
            <a:ext cx="49404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i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20.0</a:t>
            </a:r>
            <a:endParaRPr kumimoji="0" lang="en-US" altLang="ko-KR" sz="1200" b="1" i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TextBox 190"/>
          <p:cNvSpPr txBox="1">
            <a:spLocks noChangeArrowheads="1"/>
          </p:cNvSpPr>
          <p:nvPr/>
        </p:nvSpPr>
        <p:spPr bwMode="auto">
          <a:xfrm>
            <a:off x="3347864" y="3717032"/>
            <a:ext cx="7200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i</a:t>
            </a:r>
            <a:r>
              <a:rPr kumimoji="0"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nside</a:t>
            </a:r>
            <a:endParaRPr kumimoji="0" lang="ko-KR" altLang="en-US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TextBox 190"/>
          <p:cNvSpPr txBox="1">
            <a:spLocks noChangeArrowheads="1"/>
          </p:cNvSpPr>
          <p:nvPr/>
        </p:nvSpPr>
        <p:spPr bwMode="auto">
          <a:xfrm>
            <a:off x="4788024" y="3717032"/>
            <a:ext cx="8640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out</a:t>
            </a:r>
            <a:r>
              <a:rPr kumimoji="0" lang="en-US" altLang="ko-KR" sz="14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side</a:t>
            </a:r>
            <a:endParaRPr kumimoji="0" lang="ko-KR" altLang="en-US" sz="1400" b="1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0" name="직선 연결선 69"/>
          <p:cNvCxnSpPr>
            <a:stCxn id="3101" idx="3"/>
            <a:endCxn id="3099" idx="1"/>
          </p:cNvCxnSpPr>
          <p:nvPr/>
        </p:nvCxnSpPr>
        <p:spPr>
          <a:xfrm flipV="1">
            <a:off x="3375943" y="3671888"/>
            <a:ext cx="2276177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182"/>
          <p:cNvSpPr txBox="1">
            <a:spLocks noChangeArrowheads="1"/>
          </p:cNvSpPr>
          <p:nvPr/>
        </p:nvSpPr>
        <p:spPr bwMode="auto">
          <a:xfrm>
            <a:off x="3782162" y="3356992"/>
            <a:ext cx="35779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E</a:t>
            </a:r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2" name="Picture 57" descr="icon_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2201" y="3284984"/>
            <a:ext cx="67998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TextBox 190"/>
          <p:cNvSpPr txBox="1">
            <a:spLocks noChangeArrowheads="1"/>
          </p:cNvSpPr>
          <p:nvPr/>
        </p:nvSpPr>
        <p:spPr bwMode="auto">
          <a:xfrm>
            <a:off x="4070193" y="4005064"/>
            <a:ext cx="792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en-US" altLang="ko-KR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ASA1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TextBox 182"/>
          <p:cNvSpPr txBox="1">
            <a:spLocks noChangeArrowheads="1"/>
          </p:cNvSpPr>
          <p:nvPr/>
        </p:nvSpPr>
        <p:spPr bwMode="auto">
          <a:xfrm>
            <a:off x="4790273" y="3356992"/>
            <a:ext cx="35779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E1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타원 72"/>
          <p:cNvSpPr/>
          <p:nvPr/>
        </p:nvSpPr>
        <p:spPr bwMode="auto">
          <a:xfrm>
            <a:off x="3203848" y="2492896"/>
            <a:ext cx="2664296" cy="2376264"/>
          </a:xfrm>
          <a:prstGeom prst="ellipse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74" name="TextBox 182"/>
          <p:cNvSpPr txBox="1">
            <a:spLocks noChangeArrowheads="1"/>
          </p:cNvSpPr>
          <p:nvPr/>
        </p:nvSpPr>
        <p:spPr bwMode="auto">
          <a:xfrm>
            <a:off x="2833565" y="4005064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10.1.10.2/24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TextBox 182"/>
          <p:cNvSpPr txBox="1">
            <a:spLocks noChangeArrowheads="1"/>
          </p:cNvSpPr>
          <p:nvPr/>
        </p:nvSpPr>
        <p:spPr bwMode="auto">
          <a:xfrm>
            <a:off x="4921797" y="4005064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10.1.20.3/24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Easy VPN(FW)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2400" dirty="0" smtClean="0"/>
              <a:t>SW1, 2</a:t>
            </a:r>
          </a:p>
          <a:p>
            <a:pPr lvl="1"/>
            <a:r>
              <a:rPr lang="en-US" altLang="ko-KR" sz="2000" dirty="0" err="1" smtClean="0"/>
              <a:t>Vlan</a:t>
            </a:r>
            <a:r>
              <a:rPr lang="en-US" altLang="ko-KR" sz="2000" dirty="0" smtClean="0"/>
              <a:t> 12, 34 </a:t>
            </a:r>
            <a:r>
              <a:rPr lang="ko-KR" altLang="en-US" sz="2000" dirty="0" smtClean="0"/>
              <a:t>생성</a:t>
            </a:r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r>
              <a:rPr lang="en-US" altLang="ko-KR" sz="2400" dirty="0" smtClean="0"/>
              <a:t>Lo0</a:t>
            </a:r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Static Default</a:t>
            </a:r>
          </a:p>
          <a:p>
            <a:pPr lvl="2"/>
            <a:r>
              <a:rPr lang="en-US" altLang="ko-KR" sz="1800" dirty="0" smtClean="0"/>
              <a:t>R2, FW, R3 </a:t>
            </a:r>
            <a:r>
              <a:rPr lang="ko-KR" altLang="en-US" sz="1800" dirty="0" smtClean="0"/>
              <a:t>사이</a:t>
            </a:r>
            <a:endParaRPr lang="en-US" altLang="ko-KR" sz="1800" dirty="0" smtClean="0"/>
          </a:p>
          <a:p>
            <a:pPr lvl="1"/>
            <a:r>
              <a:rPr lang="ko-KR" altLang="en-US" sz="2000" dirty="0" smtClean="0"/>
              <a:t>본사</a:t>
            </a:r>
            <a:endParaRPr lang="en-US" altLang="ko-KR" sz="2000" dirty="0" smtClean="0"/>
          </a:p>
          <a:p>
            <a:pPr lvl="2"/>
            <a:r>
              <a:rPr lang="en-US" altLang="ko-KR" sz="1800" dirty="0" smtClean="0"/>
              <a:t>OSPF: Default </a:t>
            </a:r>
            <a:r>
              <a:rPr lang="ko-KR" altLang="en-US" sz="1800" dirty="0" smtClean="0"/>
              <a:t>설정</a:t>
            </a:r>
            <a:r>
              <a:rPr lang="en-US" altLang="ko-KR" sz="1800" dirty="0" smtClean="0"/>
              <a:t>, Static </a:t>
            </a:r>
            <a:r>
              <a:rPr lang="ko-KR" altLang="en-US" sz="1800" dirty="0" smtClean="0"/>
              <a:t>재분배</a:t>
            </a:r>
            <a:endParaRPr lang="en-US" altLang="ko-KR" sz="1800" dirty="0" smtClean="0"/>
          </a:p>
          <a:p>
            <a:pPr lvl="1"/>
            <a:r>
              <a:rPr lang="ko-KR" altLang="en-US" sz="2000" dirty="0" smtClean="0"/>
              <a:t>지사</a:t>
            </a:r>
            <a:endParaRPr lang="en-US" altLang="ko-KR" sz="2000" dirty="0" smtClean="0"/>
          </a:p>
          <a:p>
            <a:pPr lvl="2"/>
            <a:r>
              <a:rPr lang="en-US" altLang="ko-KR" sz="1800" dirty="0" smtClean="0"/>
              <a:t>OSPF: Default </a:t>
            </a:r>
            <a:r>
              <a:rPr lang="ko-KR" altLang="en-US" sz="1800" dirty="0" smtClean="0"/>
              <a:t>설정</a:t>
            </a:r>
            <a:endParaRPr lang="en-US" altLang="ko-KR" sz="1800" dirty="0" smtClean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</a:t>
                      </a:r>
                      <a:r>
                        <a:rPr lang="en-US" altLang="ko-KR" baseline="0" dirty="0" smtClean="0"/>
                        <a:t> SHA</a:t>
                      </a:r>
                    </a:p>
                    <a:p>
                      <a:pPr latinLnBrk="1"/>
                      <a:r>
                        <a:rPr lang="en-US" altLang="ko-KR" baseline="0" dirty="0" smtClean="0"/>
                        <a:t>Encryption: DES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DH GROUP: 2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ESP-DES</a:t>
                      </a:r>
                    </a:p>
                    <a:p>
                      <a:pPr latinLnBrk="1"/>
                      <a:r>
                        <a:rPr lang="en-US" altLang="ko-KR" dirty="0" smtClean="0"/>
                        <a:t>HASH: ESP-SHA-HMAC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Easy VPN(FW)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400" dirty="0" smtClean="0"/>
              <a:t>방화벽 주소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호스트주소 </a:t>
            </a:r>
            <a:r>
              <a:rPr lang="en-US" altLang="ko-KR" sz="2000" dirty="0" smtClean="0"/>
              <a:t>10</a:t>
            </a:r>
          </a:p>
          <a:p>
            <a:endParaRPr lang="en-US" altLang="ko-KR" sz="2400" dirty="0" smtClean="0"/>
          </a:p>
          <a:p>
            <a:r>
              <a:rPr lang="ko-KR" altLang="en-US" sz="2400" dirty="0" smtClean="0"/>
              <a:t>사용자 생성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User1, password: cisco1</a:t>
            </a:r>
          </a:p>
          <a:p>
            <a:pPr lvl="1">
              <a:buNone/>
            </a:pPr>
            <a:endParaRPr lang="en-US" altLang="ko-KR" sz="2000" dirty="0" smtClean="0"/>
          </a:p>
          <a:p>
            <a:r>
              <a:rPr lang="en-US" altLang="ko-KR" sz="2400" dirty="0" smtClean="0"/>
              <a:t>Local Pool</a:t>
            </a:r>
          </a:p>
          <a:p>
            <a:pPr lvl="1"/>
            <a:r>
              <a:rPr lang="en-US" altLang="ko-KR" sz="2000" dirty="0" smtClean="0"/>
              <a:t>1.1.12.100 ~ 199</a:t>
            </a:r>
          </a:p>
          <a:p>
            <a:endParaRPr lang="en-US" altLang="ko-KR" dirty="0" smtClean="0"/>
          </a:p>
          <a:p>
            <a:r>
              <a:rPr lang="ko-KR" altLang="en-US" sz="2400" dirty="0" smtClean="0"/>
              <a:t>보호대상 네트워크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1.1.0.0/24</a:t>
            </a:r>
          </a:p>
          <a:p>
            <a:endParaRPr lang="en-US" altLang="ko-KR" sz="2400" dirty="0" smtClean="0"/>
          </a:p>
          <a:p>
            <a:pPr lvl="1"/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400" dirty="0" smtClean="0"/>
              <a:t>EVS</a:t>
            </a:r>
          </a:p>
          <a:p>
            <a:pPr lvl="1"/>
            <a:r>
              <a:rPr lang="en-US" altLang="ko-KR" sz="2000" dirty="0" smtClean="0"/>
              <a:t>Client Group</a:t>
            </a:r>
          </a:p>
          <a:p>
            <a:pPr lvl="2"/>
            <a:r>
              <a:rPr lang="en-US" altLang="ko-KR" sz="1800" dirty="0" smtClean="0"/>
              <a:t>Key </a:t>
            </a:r>
            <a:r>
              <a:rPr lang="en-US" altLang="ko-KR" sz="1800" dirty="0" err="1" smtClean="0"/>
              <a:t>cisco</a:t>
            </a:r>
            <a:endParaRPr lang="en-US" altLang="ko-KR" sz="1800" dirty="0" smtClean="0"/>
          </a:p>
          <a:p>
            <a:pPr lvl="2"/>
            <a:r>
              <a:rPr lang="en-US" altLang="ko-KR" sz="1800" dirty="0" smtClean="0"/>
              <a:t>Domain: cisco.com</a:t>
            </a:r>
          </a:p>
          <a:p>
            <a:pPr>
              <a:buNone/>
            </a:pP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smtClean="0"/>
              <a:t>EVC</a:t>
            </a:r>
          </a:p>
          <a:p>
            <a:pPr lvl="1"/>
            <a:r>
              <a:rPr lang="en-US" altLang="ko-KR" sz="2000" dirty="0" smtClean="0"/>
              <a:t>Connect: Manual</a:t>
            </a:r>
          </a:p>
          <a:p>
            <a:pPr lvl="1"/>
            <a:r>
              <a:rPr lang="en-US" altLang="ko-KR" sz="2000" dirty="0" smtClean="0"/>
              <a:t>Mode: Client</a:t>
            </a:r>
            <a:endParaRPr lang="ko-KR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128</Words>
  <Application>Microsoft Office PowerPoint</Application>
  <PresentationFormat>화면 슬라이드 쇼(4:3)</PresentationFormat>
  <Paragraphs>68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Easy VPN(FW)</vt:lpstr>
      <vt:lpstr>Easy VPN(FW)</vt:lpstr>
      <vt:lpstr>Easy VPN(FW)</vt:lpstr>
    </vt:vector>
  </TitlesOfParts>
  <Company>Owner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</dc:title>
  <dc:creator>System</dc:creator>
  <cp:lastModifiedBy>System</cp:lastModifiedBy>
  <cp:revision>27</cp:revision>
  <dcterms:created xsi:type="dcterms:W3CDTF">2013-07-03T08:07:35Z</dcterms:created>
  <dcterms:modified xsi:type="dcterms:W3CDTF">2013-08-01T02:14:02Z</dcterms:modified>
</cp:coreProperties>
</file>