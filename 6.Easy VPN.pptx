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48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Easy VPN</a:t>
            </a:r>
            <a:endParaRPr lang="ko-KR" altLang="en-US" dirty="0" smtClean="0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2843808" y="3371850"/>
            <a:ext cx="892175" cy="628650"/>
            <a:chOff x="1428750" y="4286250"/>
            <a:chExt cx="892175" cy="628650"/>
          </a:xfrm>
        </p:grpSpPr>
        <p:pic>
          <p:nvPicPr>
            <p:cNvPr id="310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 smtClean="0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5408017" y="3357563"/>
            <a:ext cx="892175" cy="628650"/>
            <a:chOff x="1428750" y="4286250"/>
            <a:chExt cx="892175" cy="628650"/>
          </a:xfrm>
        </p:grpSpPr>
        <p:pic>
          <p:nvPicPr>
            <p:cNvPr id="309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 smtClean="0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1" name="직선 연결선 40"/>
          <p:cNvCxnSpPr>
            <a:stCxn id="3101" idx="3"/>
            <a:endCxn id="3099" idx="1"/>
          </p:cNvCxnSpPr>
          <p:nvPr/>
        </p:nvCxnSpPr>
        <p:spPr>
          <a:xfrm flipV="1">
            <a:off x="3735983" y="3671888"/>
            <a:ext cx="1672034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TextBox 182"/>
          <p:cNvSpPr txBox="1">
            <a:spLocks noChangeArrowheads="1"/>
          </p:cNvSpPr>
          <p:nvPr/>
        </p:nvSpPr>
        <p:spPr bwMode="auto">
          <a:xfrm>
            <a:off x="4057701" y="2924944"/>
            <a:ext cx="10903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10.1.23.0/24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2" name="그룹 104"/>
          <p:cNvGrpSpPr>
            <a:grpSpLocks/>
          </p:cNvGrpSpPr>
          <p:nvPr/>
        </p:nvGrpSpPr>
        <p:grpSpPr bwMode="auto">
          <a:xfrm flipV="1">
            <a:off x="3134122" y="2996952"/>
            <a:ext cx="285750" cy="358775"/>
            <a:chOff x="1714481" y="3857627"/>
            <a:chExt cx="285750" cy="358775"/>
          </a:xfrm>
        </p:grpSpPr>
        <p:cxnSp>
          <p:nvCxnSpPr>
            <p:cNvPr id="33" name="직선 연결선 32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104"/>
          <p:cNvGrpSpPr>
            <a:grpSpLocks/>
          </p:cNvGrpSpPr>
          <p:nvPr/>
        </p:nvGrpSpPr>
        <p:grpSpPr bwMode="auto">
          <a:xfrm flipV="1">
            <a:off x="5726410" y="2998217"/>
            <a:ext cx="285750" cy="358775"/>
            <a:chOff x="1714481" y="3857627"/>
            <a:chExt cx="285750" cy="358775"/>
          </a:xfrm>
        </p:grpSpPr>
        <p:cxnSp>
          <p:nvCxnSpPr>
            <p:cNvPr id="36" name="직선 연결선 35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6"/>
          <p:cNvGrpSpPr>
            <a:grpSpLocks/>
          </p:cNvGrpSpPr>
          <p:nvPr/>
        </p:nvGrpSpPr>
        <p:grpSpPr bwMode="auto">
          <a:xfrm>
            <a:off x="1043608" y="3371850"/>
            <a:ext cx="892175" cy="628650"/>
            <a:chOff x="1428750" y="4286250"/>
            <a:chExt cx="892175" cy="628650"/>
          </a:xfrm>
        </p:grpSpPr>
        <p:pic>
          <p:nvPicPr>
            <p:cNvPr id="18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0" name="그룹 104"/>
          <p:cNvGrpSpPr>
            <a:grpSpLocks/>
          </p:cNvGrpSpPr>
          <p:nvPr/>
        </p:nvGrpSpPr>
        <p:grpSpPr bwMode="auto">
          <a:xfrm flipV="1">
            <a:off x="1333922" y="2996952"/>
            <a:ext cx="285750" cy="358775"/>
            <a:chOff x="1714481" y="3857627"/>
            <a:chExt cx="285750" cy="358775"/>
          </a:xfrm>
        </p:grpSpPr>
        <p:cxnSp>
          <p:nvCxnSpPr>
            <p:cNvPr id="21" name="직선 연결선 20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6"/>
          <p:cNvGrpSpPr>
            <a:grpSpLocks/>
          </p:cNvGrpSpPr>
          <p:nvPr/>
        </p:nvGrpSpPr>
        <p:grpSpPr bwMode="auto">
          <a:xfrm>
            <a:off x="7308304" y="3376414"/>
            <a:ext cx="892175" cy="628650"/>
            <a:chOff x="1428750" y="4286250"/>
            <a:chExt cx="892175" cy="628650"/>
          </a:xfrm>
        </p:grpSpPr>
        <p:pic>
          <p:nvPicPr>
            <p:cNvPr id="24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 smtClean="0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6" name="그룹 104"/>
          <p:cNvGrpSpPr>
            <a:grpSpLocks/>
          </p:cNvGrpSpPr>
          <p:nvPr/>
        </p:nvGrpSpPr>
        <p:grpSpPr bwMode="auto">
          <a:xfrm flipV="1">
            <a:off x="7598618" y="3001516"/>
            <a:ext cx="285750" cy="358775"/>
            <a:chOff x="1714481" y="3857627"/>
            <a:chExt cx="285750" cy="358775"/>
          </a:xfrm>
        </p:grpSpPr>
        <p:cxnSp>
          <p:nvCxnSpPr>
            <p:cNvPr id="27" name="직선 연결선 26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직선 연결선 28"/>
          <p:cNvCxnSpPr>
            <a:stCxn id="18" idx="3"/>
            <a:endCxn id="3101" idx="1"/>
          </p:cNvCxnSpPr>
          <p:nvPr/>
        </p:nvCxnSpPr>
        <p:spPr>
          <a:xfrm>
            <a:off x="1935783" y="3686175"/>
            <a:ext cx="908025" cy="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>
            <a:stCxn id="3099" idx="3"/>
            <a:endCxn id="24" idx="1"/>
          </p:cNvCxnSpPr>
          <p:nvPr/>
        </p:nvCxnSpPr>
        <p:spPr>
          <a:xfrm>
            <a:off x="6300192" y="3671888"/>
            <a:ext cx="1008112" cy="18851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82"/>
          <p:cNvSpPr txBox="1">
            <a:spLocks noChangeArrowheads="1"/>
          </p:cNvSpPr>
          <p:nvPr/>
        </p:nvSpPr>
        <p:spPr bwMode="auto">
          <a:xfrm>
            <a:off x="1942344" y="2924944"/>
            <a:ext cx="10005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1.1.12.0/24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182"/>
          <p:cNvSpPr txBox="1">
            <a:spLocks noChangeArrowheads="1"/>
          </p:cNvSpPr>
          <p:nvPr/>
        </p:nvSpPr>
        <p:spPr bwMode="auto">
          <a:xfrm>
            <a:off x="6235701" y="2924944"/>
            <a:ext cx="10005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1.1.34.0/24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타원 44"/>
          <p:cNvSpPr/>
          <p:nvPr/>
        </p:nvSpPr>
        <p:spPr bwMode="auto">
          <a:xfrm>
            <a:off x="827584" y="2348880"/>
            <a:ext cx="2736304" cy="2448272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6" name="타원 45"/>
          <p:cNvSpPr/>
          <p:nvPr/>
        </p:nvSpPr>
        <p:spPr bwMode="auto">
          <a:xfrm>
            <a:off x="5652120" y="2348880"/>
            <a:ext cx="2736304" cy="2448272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7" name="TextBox 190"/>
          <p:cNvSpPr txBox="1">
            <a:spLocks noChangeArrowheads="1"/>
          </p:cNvSpPr>
          <p:nvPr/>
        </p:nvSpPr>
        <p:spPr bwMode="auto">
          <a:xfrm>
            <a:off x="1259632" y="1412776"/>
            <a:ext cx="1714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OSPF Area 0</a:t>
            </a:r>
            <a:endParaRPr kumimoji="0" lang="ko-KR" altLang="en-US" sz="24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190"/>
          <p:cNvSpPr txBox="1">
            <a:spLocks noChangeArrowheads="1"/>
          </p:cNvSpPr>
          <p:nvPr/>
        </p:nvSpPr>
        <p:spPr bwMode="auto">
          <a:xfrm>
            <a:off x="6097848" y="1340768"/>
            <a:ext cx="1714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OSPF Area 0</a:t>
            </a:r>
            <a:endParaRPr kumimoji="0" lang="ko-KR" altLang="en-US" sz="24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TextBox 192"/>
          <p:cNvSpPr txBox="1">
            <a:spLocks noChangeArrowheads="1"/>
          </p:cNvSpPr>
          <p:nvPr/>
        </p:nvSpPr>
        <p:spPr bwMode="auto">
          <a:xfrm>
            <a:off x="1979712" y="3789040"/>
            <a:ext cx="84734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i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VLAN_12</a:t>
            </a:r>
          </a:p>
        </p:txBody>
      </p:sp>
      <p:sp>
        <p:nvSpPr>
          <p:cNvPr id="50" name="TextBox 192"/>
          <p:cNvSpPr txBox="1">
            <a:spLocks noChangeArrowheads="1"/>
          </p:cNvSpPr>
          <p:nvPr/>
        </p:nvSpPr>
        <p:spPr bwMode="auto">
          <a:xfrm>
            <a:off x="6388949" y="3789040"/>
            <a:ext cx="84734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i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VLAN_34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Easy VPN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2400" dirty="0" smtClean="0"/>
              <a:t>SW2</a:t>
            </a:r>
          </a:p>
          <a:p>
            <a:pPr lvl="1"/>
            <a:r>
              <a:rPr lang="en-US" altLang="ko-KR" sz="2000" dirty="0" err="1" smtClean="0"/>
              <a:t>Vlan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생성</a:t>
            </a:r>
            <a:r>
              <a:rPr lang="en-US" altLang="ko-KR" sz="2000" dirty="0" smtClean="0"/>
              <a:t>: 12, 34</a:t>
            </a:r>
          </a:p>
          <a:p>
            <a:pPr lvl="1"/>
            <a:endParaRPr lang="en-US" altLang="ko-KR" sz="2000" dirty="0" smtClean="0"/>
          </a:p>
          <a:p>
            <a:r>
              <a:rPr lang="en-US" altLang="ko-KR" sz="2400" dirty="0" smtClean="0"/>
              <a:t>Lo0</a:t>
            </a:r>
          </a:p>
          <a:p>
            <a:pPr lvl="1"/>
            <a:r>
              <a:rPr lang="en-US" altLang="ko-KR" sz="2000" dirty="0" smtClean="0"/>
              <a:t>32bit</a:t>
            </a:r>
          </a:p>
          <a:p>
            <a:pPr lvl="1"/>
            <a:endParaRPr lang="en-US" altLang="ko-KR" sz="2000" dirty="0" smtClean="0"/>
          </a:p>
          <a:p>
            <a:r>
              <a:rPr lang="ko-KR" altLang="en-US" sz="2400" dirty="0" err="1" smtClean="0"/>
              <a:t>라우팅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Static Default: R2, R3 </a:t>
            </a:r>
            <a:r>
              <a:rPr lang="ko-KR" altLang="en-US" sz="2000" dirty="0" smtClean="0"/>
              <a:t>사이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본사</a:t>
            </a:r>
            <a:endParaRPr lang="en-US" altLang="ko-KR" sz="2000" dirty="0" smtClean="0"/>
          </a:p>
          <a:p>
            <a:pPr lvl="2"/>
            <a:r>
              <a:rPr lang="en-US" altLang="ko-KR" sz="1800" dirty="0" smtClean="0"/>
              <a:t>OSPF: Default </a:t>
            </a:r>
            <a:r>
              <a:rPr lang="ko-KR" altLang="en-US" sz="1800" dirty="0" smtClean="0"/>
              <a:t>설정</a:t>
            </a:r>
            <a:r>
              <a:rPr lang="en-US" altLang="ko-KR" sz="1800" dirty="0" smtClean="0"/>
              <a:t>, Static </a:t>
            </a:r>
            <a:r>
              <a:rPr lang="ko-KR" altLang="en-US" sz="1800" dirty="0" smtClean="0"/>
              <a:t>재분배</a:t>
            </a:r>
            <a:endParaRPr lang="en-US" altLang="ko-KR" sz="1800" dirty="0" smtClean="0"/>
          </a:p>
          <a:p>
            <a:pPr lvl="1"/>
            <a:r>
              <a:rPr lang="ko-KR" altLang="en-US" sz="2000" dirty="0" smtClean="0"/>
              <a:t>지사</a:t>
            </a:r>
            <a:endParaRPr lang="en-US" altLang="ko-KR" sz="2000" dirty="0" smtClean="0"/>
          </a:p>
          <a:p>
            <a:pPr lvl="2"/>
            <a:r>
              <a:rPr lang="en-US" altLang="ko-KR" sz="1800" dirty="0" smtClean="0"/>
              <a:t>OSPF: Default </a:t>
            </a:r>
            <a:r>
              <a:rPr lang="ko-KR" altLang="en-US" sz="1800" dirty="0" smtClean="0"/>
              <a:t>설정</a:t>
            </a:r>
            <a:endParaRPr lang="en-US" altLang="ko-KR" sz="1800" dirty="0" smtClean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ISAKMP Policy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IPSec</a:t>
                      </a:r>
                      <a:r>
                        <a:rPr lang="en-US" altLang="ko-KR" baseline="0" dirty="0" smtClean="0"/>
                        <a:t> Policy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Authentication: </a:t>
                      </a:r>
                      <a:r>
                        <a:rPr lang="en-US" altLang="ko-KR" dirty="0" err="1" smtClean="0"/>
                        <a:t>Preshared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Hash:</a:t>
                      </a:r>
                      <a:r>
                        <a:rPr lang="en-US" altLang="ko-KR" baseline="0" dirty="0" smtClean="0"/>
                        <a:t> SHA</a:t>
                      </a:r>
                    </a:p>
                    <a:p>
                      <a:pPr latinLnBrk="1"/>
                      <a:r>
                        <a:rPr lang="en-US" altLang="ko-KR" baseline="0" dirty="0" smtClean="0"/>
                        <a:t>Encryption: DES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DH GROUP: 2</a:t>
                      </a:r>
                    </a:p>
                    <a:p>
                      <a:pPr latinLnBrk="1"/>
                      <a:r>
                        <a:rPr lang="en-US" altLang="ko-KR" dirty="0" smtClean="0"/>
                        <a:t>PSK: cisco123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Encryption: ESP-DES</a:t>
                      </a:r>
                    </a:p>
                    <a:p>
                      <a:pPr latinLnBrk="1"/>
                      <a:r>
                        <a:rPr lang="en-US" altLang="ko-KR" dirty="0" smtClean="0"/>
                        <a:t>HASH: ESP-SHA-HMAC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Easy VPN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사용자 생성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User1, password: cisco1</a:t>
            </a:r>
          </a:p>
          <a:p>
            <a:pPr lvl="1"/>
            <a:endParaRPr lang="en-US" altLang="ko-KR" sz="2000" dirty="0" smtClean="0"/>
          </a:p>
          <a:p>
            <a:pPr lvl="1"/>
            <a:endParaRPr lang="en-US" altLang="ko-KR" sz="2000" dirty="0" smtClean="0"/>
          </a:p>
          <a:p>
            <a:r>
              <a:rPr lang="en-US" altLang="ko-KR" sz="2400" dirty="0" smtClean="0"/>
              <a:t>Local Pool</a:t>
            </a:r>
          </a:p>
          <a:p>
            <a:pPr lvl="1"/>
            <a:r>
              <a:rPr lang="en-US" altLang="ko-KR" sz="2000" dirty="0" smtClean="0"/>
              <a:t>1.1.12.100 ~ 199</a:t>
            </a:r>
          </a:p>
          <a:p>
            <a:endParaRPr lang="en-US" altLang="ko-KR" dirty="0" smtClean="0"/>
          </a:p>
          <a:p>
            <a:r>
              <a:rPr lang="ko-KR" altLang="en-US" sz="2400" dirty="0" smtClean="0"/>
              <a:t>보호대상 네트워크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1.1.0.0/16</a:t>
            </a:r>
          </a:p>
          <a:p>
            <a:endParaRPr lang="en-US" altLang="ko-KR" sz="2400" dirty="0" smtClean="0"/>
          </a:p>
          <a:p>
            <a:pPr lvl="1"/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EVS</a:t>
            </a:r>
          </a:p>
          <a:p>
            <a:pPr lvl="1"/>
            <a:r>
              <a:rPr lang="en-US" altLang="ko-KR" sz="2000" dirty="0" smtClean="0"/>
              <a:t>Client Group</a:t>
            </a:r>
          </a:p>
          <a:p>
            <a:pPr lvl="2"/>
            <a:r>
              <a:rPr lang="en-US" altLang="ko-KR" sz="1800" dirty="0" smtClean="0"/>
              <a:t>Key </a:t>
            </a:r>
            <a:r>
              <a:rPr lang="en-US" altLang="ko-KR" sz="1800" dirty="0" err="1" smtClean="0"/>
              <a:t>cisco</a:t>
            </a:r>
            <a:endParaRPr lang="en-US" altLang="ko-KR" sz="1800" dirty="0" smtClean="0"/>
          </a:p>
          <a:p>
            <a:pPr lvl="2"/>
            <a:r>
              <a:rPr lang="en-US" altLang="ko-KR" sz="1800" dirty="0" smtClean="0"/>
              <a:t>Domain: cisco.com</a:t>
            </a:r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altLang="ko-KR" sz="2400" dirty="0" smtClean="0"/>
              <a:t>EVC</a:t>
            </a:r>
          </a:p>
          <a:p>
            <a:pPr lvl="1"/>
            <a:r>
              <a:rPr lang="en-US" altLang="ko-KR" sz="2000" dirty="0" smtClean="0"/>
              <a:t>Connect: </a:t>
            </a:r>
            <a:r>
              <a:rPr lang="en-US" altLang="ko-KR" sz="2000" dirty="0" smtClean="0"/>
              <a:t>auto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Mode: Client</a:t>
            </a:r>
            <a:endParaRPr lang="ko-KR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110</Words>
  <Application>Microsoft Office PowerPoint</Application>
  <PresentationFormat>화면 슬라이드 쇼(4:3)</PresentationFormat>
  <Paragraphs>56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Easy VPN</vt:lpstr>
      <vt:lpstr>Easy VPN</vt:lpstr>
      <vt:lpstr>Easy VPN</vt:lpstr>
    </vt:vector>
  </TitlesOfParts>
  <Company>Owner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 VPN</dc:title>
  <dc:creator>System</dc:creator>
  <cp:lastModifiedBy>System</cp:lastModifiedBy>
  <cp:revision>21</cp:revision>
  <dcterms:created xsi:type="dcterms:W3CDTF">2013-07-03T08:07:35Z</dcterms:created>
  <dcterms:modified xsi:type="dcterms:W3CDTF">2013-08-01T01:04:02Z</dcterms:modified>
</cp:coreProperties>
</file>