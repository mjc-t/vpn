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48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41D2D-85C0-4190-B12F-3A8206E1C406}" type="datetimeFigureOut">
              <a:rPr lang="ko-KR" altLang="en-US" smtClean="0"/>
              <a:pPr/>
              <a:t>2013-07-30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smtClean="0"/>
              <a:t>IPSec VTI(FW)</a:t>
            </a:r>
            <a:endParaRPr lang="ko-KR" altLang="en-US" dirty="0" smtClean="0"/>
          </a:p>
        </p:txBody>
      </p:sp>
      <p:grpSp>
        <p:nvGrpSpPr>
          <p:cNvPr id="32" name="그룹 31"/>
          <p:cNvGrpSpPr>
            <a:grpSpLocks/>
          </p:cNvGrpSpPr>
          <p:nvPr/>
        </p:nvGrpSpPr>
        <p:grpSpPr bwMode="auto">
          <a:xfrm>
            <a:off x="6380125" y="3327375"/>
            <a:ext cx="892175" cy="628650"/>
            <a:chOff x="1428750" y="4286250"/>
            <a:chExt cx="892175" cy="628650"/>
          </a:xfrm>
        </p:grpSpPr>
        <p:pic>
          <p:nvPicPr>
            <p:cNvPr id="6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0" lang="en-US" altLang="ko-KR" sz="1400" b="1" dirty="0" smtClean="0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3" name="그룹 32"/>
          <p:cNvGrpSpPr>
            <a:grpSpLocks/>
          </p:cNvGrpSpPr>
          <p:nvPr/>
        </p:nvGrpSpPr>
        <p:grpSpPr bwMode="auto">
          <a:xfrm>
            <a:off x="1943708" y="3376414"/>
            <a:ext cx="892175" cy="628650"/>
            <a:chOff x="1428750" y="4286250"/>
            <a:chExt cx="892175" cy="628650"/>
          </a:xfrm>
        </p:grpSpPr>
        <p:pic>
          <p:nvPicPr>
            <p:cNvPr id="5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0" lang="en-US" altLang="ko-KR" sz="1400" b="1" dirty="0" smtClean="0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34" name="직선 연결선 33"/>
          <p:cNvCxnSpPr>
            <a:stCxn id="59" idx="3"/>
            <a:endCxn id="61" idx="1"/>
          </p:cNvCxnSpPr>
          <p:nvPr/>
        </p:nvCxnSpPr>
        <p:spPr>
          <a:xfrm flipV="1">
            <a:off x="2835883" y="3641700"/>
            <a:ext cx="3544242" cy="49039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182"/>
          <p:cNvSpPr txBox="1">
            <a:spLocks noChangeArrowheads="1"/>
          </p:cNvSpPr>
          <p:nvPr/>
        </p:nvSpPr>
        <p:spPr bwMode="auto">
          <a:xfrm>
            <a:off x="3818166" y="3356992"/>
            <a:ext cx="35779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E</a:t>
            </a:r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0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182"/>
          <p:cNvSpPr txBox="1">
            <a:spLocks noChangeArrowheads="1"/>
          </p:cNvSpPr>
          <p:nvPr/>
        </p:nvSpPr>
        <p:spPr bwMode="auto">
          <a:xfrm>
            <a:off x="5832139" y="3645024"/>
            <a:ext cx="5116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F</a:t>
            </a:r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0/1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7" name="Picture 57" descr="icon_col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78205" y="3284984"/>
            <a:ext cx="679981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TextBox 190"/>
          <p:cNvSpPr txBox="1">
            <a:spLocks noChangeArrowheads="1"/>
          </p:cNvSpPr>
          <p:nvPr/>
        </p:nvSpPr>
        <p:spPr bwMode="auto">
          <a:xfrm>
            <a:off x="4106197" y="4005064"/>
            <a:ext cx="7920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ASA1</a:t>
            </a:r>
            <a:endParaRPr kumimoji="0" lang="ko-KR" altLang="en-US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182"/>
          <p:cNvSpPr txBox="1">
            <a:spLocks noChangeArrowheads="1"/>
          </p:cNvSpPr>
          <p:nvPr/>
        </p:nvSpPr>
        <p:spPr bwMode="auto">
          <a:xfrm>
            <a:off x="2834391" y="3717032"/>
            <a:ext cx="51167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F</a:t>
            </a:r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0/0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182"/>
          <p:cNvSpPr txBox="1">
            <a:spLocks noChangeArrowheads="1"/>
          </p:cNvSpPr>
          <p:nvPr/>
        </p:nvSpPr>
        <p:spPr bwMode="auto">
          <a:xfrm>
            <a:off x="4826277" y="3356992"/>
            <a:ext cx="35779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E1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192"/>
          <p:cNvSpPr txBox="1">
            <a:spLocks noChangeArrowheads="1"/>
          </p:cNvSpPr>
          <p:nvPr/>
        </p:nvSpPr>
        <p:spPr bwMode="auto">
          <a:xfrm>
            <a:off x="3128471" y="3079993"/>
            <a:ext cx="49404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10.0</a:t>
            </a:r>
            <a:endParaRPr kumimoji="0" lang="en-US" altLang="ko-KR" sz="1200" b="1" i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192"/>
          <p:cNvSpPr txBox="1">
            <a:spLocks noChangeArrowheads="1"/>
          </p:cNvSpPr>
          <p:nvPr/>
        </p:nvSpPr>
        <p:spPr bwMode="auto">
          <a:xfrm>
            <a:off x="5377467" y="3079993"/>
            <a:ext cx="49404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i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20.0</a:t>
            </a:r>
            <a:endParaRPr kumimoji="0" lang="en-US" altLang="ko-KR" sz="1200" b="1" i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190"/>
          <p:cNvSpPr txBox="1">
            <a:spLocks noChangeArrowheads="1"/>
          </p:cNvSpPr>
          <p:nvPr/>
        </p:nvSpPr>
        <p:spPr bwMode="auto">
          <a:xfrm>
            <a:off x="3455876" y="3861048"/>
            <a:ext cx="72007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i</a:t>
            </a:r>
            <a:r>
              <a:rPr kumimoji="0"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nside</a:t>
            </a:r>
            <a:endParaRPr kumimoji="0" lang="ko-KR" altLang="en-US" sz="1400" b="1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TextBox 190"/>
          <p:cNvSpPr txBox="1">
            <a:spLocks noChangeArrowheads="1"/>
          </p:cNvSpPr>
          <p:nvPr/>
        </p:nvSpPr>
        <p:spPr bwMode="auto">
          <a:xfrm>
            <a:off x="4896036" y="3841303"/>
            <a:ext cx="8640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out</a:t>
            </a:r>
            <a:r>
              <a:rPr kumimoji="0"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side</a:t>
            </a:r>
            <a:endParaRPr kumimoji="0" lang="ko-KR" altLang="en-US" sz="1400" b="1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타원 46"/>
          <p:cNvSpPr/>
          <p:nvPr/>
        </p:nvSpPr>
        <p:spPr bwMode="auto">
          <a:xfrm>
            <a:off x="2375756" y="1988840"/>
            <a:ext cx="4320480" cy="3384376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/>
          </a:p>
        </p:txBody>
      </p:sp>
      <p:sp>
        <p:nvSpPr>
          <p:cNvPr id="48" name="TextBox 190"/>
          <p:cNvSpPr txBox="1">
            <a:spLocks noChangeArrowheads="1"/>
          </p:cNvSpPr>
          <p:nvPr/>
        </p:nvSpPr>
        <p:spPr bwMode="auto">
          <a:xfrm>
            <a:off x="3599892" y="2132856"/>
            <a:ext cx="1714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altLang="ko-KR" sz="2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OSPF Area 0</a:t>
            </a:r>
            <a:endParaRPr kumimoji="0" lang="ko-KR" altLang="en-US" sz="2400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타원 48"/>
          <p:cNvSpPr/>
          <p:nvPr/>
        </p:nvSpPr>
        <p:spPr bwMode="auto">
          <a:xfrm>
            <a:off x="1079612" y="3068960"/>
            <a:ext cx="1296144" cy="1224136"/>
          </a:xfrm>
          <a:prstGeom prst="ellipse">
            <a:avLst/>
          </a:prstGeom>
          <a:noFill/>
          <a:ln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50" name="타원 49"/>
          <p:cNvSpPr/>
          <p:nvPr/>
        </p:nvSpPr>
        <p:spPr bwMode="auto">
          <a:xfrm>
            <a:off x="6696236" y="3068960"/>
            <a:ext cx="1296144" cy="1224136"/>
          </a:xfrm>
          <a:prstGeom prst="ellipse">
            <a:avLst/>
          </a:prstGeom>
          <a:noFill/>
          <a:ln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000" dirty="0">
              <a:solidFill>
                <a:schemeClr val="accent1"/>
              </a:solidFill>
            </a:endParaRPr>
          </a:p>
        </p:txBody>
      </p:sp>
      <p:grpSp>
        <p:nvGrpSpPr>
          <p:cNvPr id="51" name="그룹 50"/>
          <p:cNvGrpSpPr>
            <a:grpSpLocks/>
          </p:cNvGrpSpPr>
          <p:nvPr/>
        </p:nvGrpSpPr>
        <p:grpSpPr bwMode="auto">
          <a:xfrm rot="16200000" flipV="1">
            <a:off x="1621445" y="3464497"/>
            <a:ext cx="285750" cy="358774"/>
            <a:chOff x="1714481" y="3857628"/>
            <a:chExt cx="285750" cy="358774"/>
          </a:xfrm>
        </p:grpSpPr>
        <p:cxnSp>
          <p:nvCxnSpPr>
            <p:cNvPr id="57" name="직선 연결선 56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/>
          <p:cNvGrpSpPr>
            <a:grpSpLocks/>
          </p:cNvGrpSpPr>
          <p:nvPr/>
        </p:nvGrpSpPr>
        <p:grpSpPr bwMode="auto">
          <a:xfrm rot="5400000" flipV="1">
            <a:off x="7310078" y="3464497"/>
            <a:ext cx="285750" cy="358774"/>
            <a:chOff x="1714481" y="3857628"/>
            <a:chExt cx="285750" cy="358774"/>
          </a:xfrm>
        </p:grpSpPr>
        <p:cxnSp>
          <p:nvCxnSpPr>
            <p:cNvPr id="55" name="직선 연결선 54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190"/>
          <p:cNvSpPr txBox="1">
            <a:spLocks noChangeArrowheads="1"/>
          </p:cNvSpPr>
          <p:nvPr/>
        </p:nvSpPr>
        <p:spPr bwMode="auto">
          <a:xfrm>
            <a:off x="935596" y="2132856"/>
            <a:ext cx="1714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altLang="ko-KR" sz="2400" b="1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EIGRP</a:t>
            </a:r>
          </a:p>
          <a:p>
            <a:pPr algn="ctr"/>
            <a:r>
              <a:rPr lang="en-US" altLang="ko-KR" sz="2400" b="1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AS 1</a:t>
            </a:r>
            <a:endParaRPr kumimoji="0" lang="ko-KR" altLang="en-US" sz="2400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TextBox 190"/>
          <p:cNvSpPr txBox="1">
            <a:spLocks noChangeArrowheads="1"/>
          </p:cNvSpPr>
          <p:nvPr/>
        </p:nvSpPr>
        <p:spPr bwMode="auto">
          <a:xfrm>
            <a:off x="6493892" y="2132856"/>
            <a:ext cx="1714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altLang="ko-KR" sz="2400" b="1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EIGRP</a:t>
            </a:r>
          </a:p>
          <a:p>
            <a:pPr algn="ctr"/>
            <a:r>
              <a:rPr lang="en-US" altLang="ko-KR" sz="2400" b="1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AS 1</a:t>
            </a:r>
            <a:endParaRPr kumimoji="0" lang="ko-KR" altLang="en-US" sz="2400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IPSec VTI(FW)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sz="2400" dirty="0" smtClean="0"/>
              <a:t>Lo0</a:t>
            </a:r>
          </a:p>
          <a:p>
            <a:pPr lvl="1"/>
            <a:r>
              <a:rPr lang="en-US" altLang="ko-KR" sz="2000" dirty="0" smtClean="0"/>
              <a:t>32bit</a:t>
            </a:r>
          </a:p>
          <a:p>
            <a:pPr lvl="1"/>
            <a:endParaRPr lang="en-US" altLang="ko-KR" sz="2000" dirty="0" smtClean="0"/>
          </a:p>
          <a:p>
            <a:r>
              <a:rPr lang="ko-KR" altLang="en-US" sz="2400" dirty="0" err="1" smtClean="0"/>
              <a:t>라우팅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OSPF</a:t>
            </a:r>
          </a:p>
          <a:p>
            <a:pPr lvl="1"/>
            <a:endParaRPr lang="en-US" altLang="ko-KR" sz="2000" dirty="0" smtClean="0"/>
          </a:p>
          <a:p>
            <a:r>
              <a:rPr lang="ko-KR" altLang="en-US" sz="2400" dirty="0" smtClean="0"/>
              <a:t>외부 </a:t>
            </a:r>
            <a:r>
              <a:rPr lang="en-US" altLang="ko-KR" sz="2400" dirty="0" smtClean="0"/>
              <a:t>Ping </a:t>
            </a:r>
            <a:r>
              <a:rPr lang="ko-KR" altLang="en-US" sz="2400" dirty="0" smtClean="0"/>
              <a:t>통과</a:t>
            </a:r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en-US" altLang="ko-KR" sz="2400" dirty="0" smtClean="0"/>
              <a:t>Tunnel</a:t>
            </a:r>
          </a:p>
          <a:p>
            <a:pPr lvl="1"/>
            <a:r>
              <a:rPr lang="en-US" altLang="ko-KR" sz="2000" dirty="0" smtClean="0"/>
              <a:t>IP 100.1.12.0/24</a:t>
            </a:r>
            <a:endParaRPr lang="en-US" altLang="ko-KR" sz="2400" dirty="0" smtClean="0"/>
          </a:p>
          <a:p>
            <a:endParaRPr lang="ko-KR" altLang="en-US" dirty="0"/>
          </a:p>
        </p:txBody>
      </p:sp>
      <p:graphicFrame>
        <p:nvGraphicFramePr>
          <p:cNvPr id="7" name="내용 개체 틀 4"/>
          <p:cNvGraphicFramePr>
            <a:graphicFrameLocks/>
          </p:cNvGraphicFramePr>
          <p:nvPr/>
        </p:nvGraphicFramePr>
        <p:xfrm>
          <a:off x="4648200" y="1600200"/>
          <a:ext cx="403860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ISAKMP Policy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IPSec</a:t>
                      </a:r>
                      <a:r>
                        <a:rPr lang="en-US" altLang="ko-KR" baseline="0" dirty="0" smtClean="0"/>
                        <a:t> Policy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Authentication: </a:t>
                      </a:r>
                      <a:r>
                        <a:rPr lang="en-US" altLang="ko-KR" dirty="0" err="1" smtClean="0"/>
                        <a:t>Preshared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Hash: MD5</a:t>
                      </a:r>
                    </a:p>
                    <a:p>
                      <a:pPr latinLnBrk="1"/>
                      <a:r>
                        <a:rPr lang="en-US" altLang="ko-KR" dirty="0" smtClean="0"/>
                        <a:t>Encryption: AES</a:t>
                      </a:r>
                    </a:p>
                    <a:p>
                      <a:pPr latinLnBrk="1"/>
                      <a:r>
                        <a:rPr lang="en-US" altLang="ko-KR" dirty="0" smtClean="0"/>
                        <a:t>DH GROUP: 2</a:t>
                      </a:r>
                    </a:p>
                    <a:p>
                      <a:pPr latinLnBrk="1"/>
                      <a:r>
                        <a:rPr lang="en-US" altLang="ko-KR" dirty="0" smtClean="0"/>
                        <a:t>PSK: cisco123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Encryption: ESP-AES</a:t>
                      </a:r>
                    </a:p>
                    <a:p>
                      <a:pPr latinLnBrk="1"/>
                      <a:r>
                        <a:rPr lang="en-US" altLang="ko-KR" dirty="0" smtClean="0"/>
                        <a:t>HASH: SHA</a:t>
                      </a:r>
                    </a:p>
                    <a:p>
                      <a:pPr latinLnBrk="1"/>
                      <a:r>
                        <a:rPr lang="en-US" altLang="ko-KR" dirty="0" smtClean="0"/>
                        <a:t>Proxy</a:t>
                      </a:r>
                      <a:r>
                        <a:rPr lang="en-US" altLang="ko-KR" baseline="0" dirty="0" smtClean="0"/>
                        <a:t> ID: 1.1.1.1 </a:t>
                      </a:r>
                      <a:r>
                        <a:rPr lang="en-US" altLang="ko-KR" baseline="0" dirty="0" smtClean="0">
                          <a:sym typeface="Wingdings" pitchFamily="2" charset="2"/>
                        </a:rPr>
                        <a:t>  2.2.2.2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69</Words>
  <Application>Microsoft Office PowerPoint</Application>
  <PresentationFormat>화면 슬라이드 쇼(4:3)</PresentationFormat>
  <Paragraphs>38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IPSec VTI(FW)</vt:lpstr>
      <vt:lpstr>IPSec VTI(FW)</vt:lpstr>
    </vt:vector>
  </TitlesOfParts>
  <Company>Owner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IPSec VPN</dc:title>
  <dc:creator>System</dc:creator>
  <cp:lastModifiedBy>System</cp:lastModifiedBy>
  <cp:revision>10</cp:revision>
  <dcterms:created xsi:type="dcterms:W3CDTF">2013-07-03T08:07:35Z</dcterms:created>
  <dcterms:modified xsi:type="dcterms:W3CDTF">2013-07-30T07:52:20Z</dcterms:modified>
</cp:coreProperties>
</file>