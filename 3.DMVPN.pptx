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2018-02-28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DMVPN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84380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408017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>
            <a:stCxn id="3101" idx="3"/>
            <a:endCxn id="3099" idx="1"/>
          </p:cNvCxnSpPr>
          <p:nvPr/>
        </p:nvCxnSpPr>
        <p:spPr>
          <a:xfrm flipV="1">
            <a:off x="3735983" y="3671888"/>
            <a:ext cx="1672034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4057701" y="292494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타원 16"/>
          <p:cNvSpPr/>
          <p:nvPr/>
        </p:nvSpPr>
        <p:spPr bwMode="auto">
          <a:xfrm>
            <a:off x="1993392" y="3140968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18" name="그룹 104"/>
          <p:cNvGrpSpPr>
            <a:grpSpLocks/>
          </p:cNvGrpSpPr>
          <p:nvPr/>
        </p:nvGrpSpPr>
        <p:grpSpPr bwMode="auto">
          <a:xfrm rot="16200000" flipV="1">
            <a:off x="2535225" y="3536504"/>
            <a:ext cx="285750" cy="358775"/>
            <a:chOff x="1714481" y="3857627"/>
            <a:chExt cx="285750" cy="358775"/>
          </a:xfrm>
        </p:grpSpPr>
        <p:cxnSp>
          <p:nvCxnSpPr>
            <p:cNvPr id="19" name="직선 연결선 18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190"/>
          <p:cNvSpPr txBox="1">
            <a:spLocks noChangeArrowheads="1"/>
          </p:cNvSpPr>
          <p:nvPr/>
        </p:nvSpPr>
        <p:spPr bwMode="auto">
          <a:xfrm>
            <a:off x="1849376" y="2204864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타원 21"/>
          <p:cNvSpPr/>
          <p:nvPr/>
        </p:nvSpPr>
        <p:spPr bwMode="auto">
          <a:xfrm>
            <a:off x="5724128" y="3140968"/>
            <a:ext cx="1296144" cy="1224136"/>
          </a:xfrm>
          <a:prstGeom prst="ellipse">
            <a:avLst/>
          </a:prstGeom>
          <a:noFill/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schemeClr val="accent1"/>
              </a:solidFill>
            </a:endParaRPr>
          </a:p>
        </p:txBody>
      </p:sp>
      <p:grpSp>
        <p:nvGrpSpPr>
          <p:cNvPr id="23" name="그룹 104"/>
          <p:cNvGrpSpPr>
            <a:grpSpLocks/>
          </p:cNvGrpSpPr>
          <p:nvPr/>
        </p:nvGrpSpPr>
        <p:grpSpPr bwMode="auto">
          <a:xfrm rot="5400000" flipV="1">
            <a:off x="6265961" y="3536504"/>
            <a:ext cx="285750" cy="358775"/>
            <a:chOff x="1714481" y="3857627"/>
            <a:chExt cx="285750" cy="358775"/>
          </a:xfrm>
        </p:grpSpPr>
        <p:cxnSp>
          <p:nvCxnSpPr>
            <p:cNvPr id="24" name="직선 연결선 23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190"/>
          <p:cNvSpPr txBox="1">
            <a:spLocks noChangeArrowheads="1"/>
          </p:cNvSpPr>
          <p:nvPr/>
        </p:nvSpPr>
        <p:spPr bwMode="auto">
          <a:xfrm>
            <a:off x="5580112" y="2204864"/>
            <a:ext cx="1714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kumimoji="0"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EIGRP</a:t>
            </a:r>
          </a:p>
          <a:p>
            <a:pPr algn="ctr"/>
            <a:r>
              <a:rPr lang="en-US" altLang="ko-KR" sz="2400" b="1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AS 1</a:t>
            </a:r>
            <a:endParaRPr kumimoji="0" lang="ko-KR" altLang="en-US" sz="2400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DMVPN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EIGRP </a:t>
            </a:r>
            <a:r>
              <a:rPr lang="ko-KR" altLang="en-US" sz="2000" dirty="0" smtClean="0"/>
              <a:t>설정</a:t>
            </a:r>
            <a:endParaRPr lang="en-US" altLang="ko-KR" sz="2000" dirty="0" smtClean="0"/>
          </a:p>
          <a:p>
            <a:endParaRPr lang="en-US" altLang="ko-KR" dirty="0" smtClean="0"/>
          </a:p>
          <a:p>
            <a:r>
              <a:rPr lang="en-US" altLang="ko-KR" sz="2400" dirty="0" smtClean="0"/>
              <a:t>Tunnel</a:t>
            </a:r>
          </a:p>
          <a:p>
            <a:pPr lvl="1"/>
            <a:r>
              <a:rPr lang="en-US" altLang="ko-KR" sz="2000" dirty="0" smtClean="0"/>
              <a:t>IP 100.1.12.0/24</a:t>
            </a:r>
          </a:p>
          <a:p>
            <a:pPr lvl="1"/>
            <a:r>
              <a:rPr lang="ko-KR" altLang="en-US" sz="2000" dirty="0" smtClean="0"/>
              <a:t>지사 확장 대비</a:t>
            </a:r>
            <a:endParaRPr lang="en-US" altLang="ko-KR" sz="2000" dirty="0" smtClean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Encryption: 3DES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ESP-3DES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56</Words>
  <Application>Microsoft Office PowerPoint</Application>
  <PresentationFormat>화면 슬라이드 쇼(4:3)</PresentationFormat>
  <Paragraphs>29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DMVPN</vt:lpstr>
      <vt:lpstr>DMVPN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stu</cp:lastModifiedBy>
  <cp:revision>6</cp:revision>
  <dcterms:created xsi:type="dcterms:W3CDTF">2013-07-03T08:07:35Z</dcterms:created>
  <dcterms:modified xsi:type="dcterms:W3CDTF">2018-02-28T01:28:42Z</dcterms:modified>
</cp:coreProperties>
</file>