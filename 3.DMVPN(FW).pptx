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2013-07-28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DMVPN(FW)</a:t>
            </a:r>
            <a:endParaRPr lang="ko-KR" altLang="en-US" dirty="0"/>
          </a:p>
        </p:txBody>
      </p: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272113" y="3399383"/>
            <a:ext cx="892175" cy="628650"/>
            <a:chOff x="1428750" y="4286250"/>
            <a:chExt cx="892175" cy="628650"/>
          </a:xfrm>
        </p:grpSpPr>
        <p:pic>
          <p:nvPicPr>
            <p:cNvPr id="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6"/>
          <p:cNvGrpSpPr>
            <a:grpSpLocks/>
          </p:cNvGrpSpPr>
          <p:nvPr/>
        </p:nvGrpSpPr>
        <p:grpSpPr bwMode="auto">
          <a:xfrm>
            <a:off x="1835696" y="3448422"/>
            <a:ext cx="892175" cy="628650"/>
            <a:chOff x="1428750" y="4286250"/>
            <a:chExt cx="892175" cy="628650"/>
          </a:xfrm>
        </p:grpSpPr>
        <p:pic>
          <p:nvPicPr>
            <p:cNvPr id="10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8" name="직선 연결선 17"/>
          <p:cNvCxnSpPr>
            <a:stCxn id="10" idx="3"/>
            <a:endCxn id="7" idx="1"/>
          </p:cNvCxnSpPr>
          <p:nvPr/>
        </p:nvCxnSpPr>
        <p:spPr>
          <a:xfrm flipV="1">
            <a:off x="2727871" y="3713708"/>
            <a:ext cx="3544242" cy="49039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82"/>
          <p:cNvSpPr txBox="1">
            <a:spLocks noChangeArrowheads="1"/>
          </p:cNvSpPr>
          <p:nvPr/>
        </p:nvSpPr>
        <p:spPr bwMode="auto">
          <a:xfrm>
            <a:off x="3710154" y="3429000"/>
            <a:ext cx="3577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182"/>
          <p:cNvSpPr txBox="1">
            <a:spLocks noChangeArrowheads="1"/>
          </p:cNvSpPr>
          <p:nvPr/>
        </p:nvSpPr>
        <p:spPr bwMode="auto">
          <a:xfrm>
            <a:off x="5724127" y="3717032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1" name="Picture 57" descr="icon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0193" y="3356992"/>
            <a:ext cx="67998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90"/>
          <p:cNvSpPr txBox="1">
            <a:spLocks noChangeArrowheads="1"/>
          </p:cNvSpPr>
          <p:nvPr/>
        </p:nvSpPr>
        <p:spPr bwMode="auto">
          <a:xfrm>
            <a:off x="3998185" y="4077072"/>
            <a:ext cx="792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ASA1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182"/>
          <p:cNvSpPr txBox="1">
            <a:spLocks noChangeArrowheads="1"/>
          </p:cNvSpPr>
          <p:nvPr/>
        </p:nvSpPr>
        <p:spPr bwMode="auto">
          <a:xfrm>
            <a:off x="2726379" y="3789040"/>
            <a:ext cx="5116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182"/>
          <p:cNvSpPr txBox="1">
            <a:spLocks noChangeArrowheads="1"/>
          </p:cNvSpPr>
          <p:nvPr/>
        </p:nvSpPr>
        <p:spPr bwMode="auto">
          <a:xfrm>
            <a:off x="4718265" y="3429000"/>
            <a:ext cx="3577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192"/>
          <p:cNvSpPr txBox="1">
            <a:spLocks noChangeArrowheads="1"/>
          </p:cNvSpPr>
          <p:nvPr/>
        </p:nvSpPr>
        <p:spPr bwMode="auto">
          <a:xfrm>
            <a:off x="3020459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192"/>
          <p:cNvSpPr txBox="1">
            <a:spLocks noChangeArrowheads="1"/>
          </p:cNvSpPr>
          <p:nvPr/>
        </p:nvSpPr>
        <p:spPr bwMode="auto">
          <a:xfrm>
            <a:off x="5269455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190"/>
          <p:cNvSpPr txBox="1">
            <a:spLocks noChangeArrowheads="1"/>
          </p:cNvSpPr>
          <p:nvPr/>
        </p:nvSpPr>
        <p:spPr bwMode="auto">
          <a:xfrm>
            <a:off x="3347864" y="3933056"/>
            <a:ext cx="720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nside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190"/>
          <p:cNvSpPr txBox="1">
            <a:spLocks noChangeArrowheads="1"/>
          </p:cNvSpPr>
          <p:nvPr/>
        </p:nvSpPr>
        <p:spPr bwMode="auto">
          <a:xfrm>
            <a:off x="4788024" y="3913311"/>
            <a:ext cx="8640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out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/>
          <p:cNvSpPr/>
          <p:nvPr/>
        </p:nvSpPr>
        <p:spPr bwMode="auto">
          <a:xfrm>
            <a:off x="2267744" y="2060848"/>
            <a:ext cx="4320480" cy="3384376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190"/>
          <p:cNvSpPr txBox="1">
            <a:spLocks noChangeArrowheads="1"/>
          </p:cNvSpPr>
          <p:nvPr/>
        </p:nvSpPr>
        <p:spPr bwMode="auto">
          <a:xfrm>
            <a:off x="3491880" y="2204864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타원 21"/>
          <p:cNvSpPr/>
          <p:nvPr/>
        </p:nvSpPr>
        <p:spPr bwMode="auto">
          <a:xfrm>
            <a:off x="971600" y="3140968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23" name="타원 22"/>
          <p:cNvSpPr/>
          <p:nvPr/>
        </p:nvSpPr>
        <p:spPr bwMode="auto">
          <a:xfrm>
            <a:off x="6588224" y="3140968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24" name="그룹 104"/>
          <p:cNvGrpSpPr>
            <a:grpSpLocks/>
          </p:cNvGrpSpPr>
          <p:nvPr/>
        </p:nvGrpSpPr>
        <p:grpSpPr bwMode="auto">
          <a:xfrm rot="16200000" flipV="1">
            <a:off x="1513433" y="3536504"/>
            <a:ext cx="285750" cy="358775"/>
            <a:chOff x="1714481" y="3857627"/>
            <a:chExt cx="285750" cy="358775"/>
          </a:xfrm>
        </p:grpSpPr>
        <p:cxnSp>
          <p:nvCxnSpPr>
            <p:cNvPr id="25" name="직선 연결선 24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104"/>
          <p:cNvGrpSpPr>
            <a:grpSpLocks/>
          </p:cNvGrpSpPr>
          <p:nvPr/>
        </p:nvGrpSpPr>
        <p:grpSpPr bwMode="auto">
          <a:xfrm rot="5400000" flipV="1">
            <a:off x="7202065" y="3536504"/>
            <a:ext cx="285750" cy="358775"/>
            <a:chOff x="1714481" y="3857627"/>
            <a:chExt cx="285750" cy="358775"/>
          </a:xfrm>
        </p:grpSpPr>
        <p:cxnSp>
          <p:nvCxnSpPr>
            <p:cNvPr id="30" name="직선 연결선 29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190"/>
          <p:cNvSpPr txBox="1">
            <a:spLocks noChangeArrowheads="1"/>
          </p:cNvSpPr>
          <p:nvPr/>
        </p:nvSpPr>
        <p:spPr bwMode="auto">
          <a:xfrm>
            <a:off x="827584" y="2204864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190"/>
          <p:cNvSpPr txBox="1">
            <a:spLocks noChangeArrowheads="1"/>
          </p:cNvSpPr>
          <p:nvPr/>
        </p:nvSpPr>
        <p:spPr bwMode="auto">
          <a:xfrm>
            <a:off x="6385880" y="2204864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DMVPN(FW)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EIGRP </a:t>
            </a:r>
            <a:r>
              <a:rPr lang="ko-KR" altLang="en-US" sz="2000" dirty="0" smtClean="0"/>
              <a:t>설정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ko-KR" altLang="en-US" sz="2400" dirty="0" smtClean="0"/>
              <a:t>외부 </a:t>
            </a:r>
            <a:r>
              <a:rPr lang="en-US" altLang="ko-KR" sz="2400" dirty="0" smtClean="0"/>
              <a:t>Ping </a:t>
            </a:r>
            <a:r>
              <a:rPr lang="ko-KR" altLang="en-US" sz="2400" dirty="0" smtClean="0"/>
              <a:t>통과</a:t>
            </a:r>
            <a:endParaRPr lang="en-US" altLang="ko-KR" sz="2400" dirty="0" smtClean="0"/>
          </a:p>
          <a:p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ESP-3DES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62</Words>
  <Application>Microsoft Office PowerPoint</Application>
  <PresentationFormat>화면 슬라이드 쇼(4:3)</PresentationFormat>
  <Paragraphs>34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DMVPN(FW)</vt:lpstr>
      <vt:lpstr>DMVPN(FW)</vt:lpstr>
    </vt:vector>
  </TitlesOfParts>
  <Company>JHTA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Na</cp:lastModifiedBy>
  <cp:revision>68</cp:revision>
  <dcterms:created xsi:type="dcterms:W3CDTF">2012-03-23T09:35:32Z</dcterms:created>
  <dcterms:modified xsi:type="dcterms:W3CDTF">2013-07-28T14:27:28Z</dcterms:modified>
</cp:coreProperties>
</file>