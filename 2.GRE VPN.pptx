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48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2013-07-31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2013-07-31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2013-07-31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2013-07-31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2013-07-31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2013-07-31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2013-07-31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2013-07-31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2013-07-31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2013-07-31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41D2D-85C0-4190-B12F-3A8206E1C406}" type="datetimeFigureOut">
              <a:rPr lang="ko-KR" altLang="en-US" smtClean="0"/>
              <a:pPr/>
              <a:t>2013-07-31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41D2D-85C0-4190-B12F-3A8206E1C406}" type="datetimeFigureOut">
              <a:rPr lang="ko-KR" altLang="en-US" smtClean="0"/>
              <a:pPr/>
              <a:t>2013-07-31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405C2B-4987-45F6-A31A-A747BDEA642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ko-KR" dirty="0" smtClean="0"/>
              <a:t>GRE VPN</a:t>
            </a:r>
            <a:endParaRPr lang="ko-KR" altLang="en-US" dirty="0" smtClean="0"/>
          </a:p>
        </p:txBody>
      </p:sp>
      <p:grpSp>
        <p:nvGrpSpPr>
          <p:cNvPr id="2" name="그룹 6"/>
          <p:cNvGrpSpPr>
            <a:grpSpLocks/>
          </p:cNvGrpSpPr>
          <p:nvPr/>
        </p:nvGrpSpPr>
        <p:grpSpPr bwMode="auto">
          <a:xfrm>
            <a:off x="2843808" y="3371850"/>
            <a:ext cx="892175" cy="628650"/>
            <a:chOff x="1428750" y="4286250"/>
            <a:chExt cx="892175" cy="628650"/>
          </a:xfrm>
        </p:grpSpPr>
        <p:pic>
          <p:nvPicPr>
            <p:cNvPr id="3101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02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R1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3" name="그룹 6"/>
          <p:cNvGrpSpPr>
            <a:grpSpLocks/>
          </p:cNvGrpSpPr>
          <p:nvPr/>
        </p:nvGrpSpPr>
        <p:grpSpPr bwMode="auto">
          <a:xfrm>
            <a:off x="5408017" y="3357563"/>
            <a:ext cx="892175" cy="628650"/>
            <a:chOff x="1428750" y="4286250"/>
            <a:chExt cx="892175" cy="628650"/>
          </a:xfrm>
        </p:grpSpPr>
        <p:pic>
          <p:nvPicPr>
            <p:cNvPr id="3099" name="Picture 115" descr="router-generic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428750" y="4286250"/>
              <a:ext cx="892175" cy="6286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100" name="TextBox 20"/>
            <p:cNvSpPr txBox="1">
              <a:spLocks noChangeArrowheads="1"/>
            </p:cNvSpPr>
            <p:nvPr/>
          </p:nvSpPr>
          <p:spPr bwMode="auto">
            <a:xfrm>
              <a:off x="1643063" y="4572000"/>
              <a:ext cx="406400" cy="307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0" lang="en-US" altLang="ko-KR" sz="1400" b="1">
                  <a:latin typeface="맑은 고딕" pitchFamily="50" charset="-127"/>
                  <a:ea typeface="맑은 고딕" pitchFamily="50" charset="-127"/>
                </a:rPr>
                <a:t>R2</a:t>
              </a:r>
              <a:endParaRPr kumimoji="0" lang="ko-KR" altLang="en-US" sz="1400" b="1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cxnSp>
        <p:nvCxnSpPr>
          <p:cNvPr id="41" name="직선 연결선 40"/>
          <p:cNvCxnSpPr>
            <a:stCxn id="3101" idx="3"/>
            <a:endCxn id="3099" idx="1"/>
          </p:cNvCxnSpPr>
          <p:nvPr/>
        </p:nvCxnSpPr>
        <p:spPr>
          <a:xfrm flipV="1">
            <a:off x="3735983" y="3671888"/>
            <a:ext cx="1672034" cy="14287"/>
          </a:xfrm>
          <a:prstGeom prst="line">
            <a:avLst/>
          </a:prstGeom>
          <a:ln w="25400" cmpd="sng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6" name="TextBox 182"/>
          <p:cNvSpPr txBox="1">
            <a:spLocks noChangeArrowheads="1"/>
          </p:cNvSpPr>
          <p:nvPr/>
        </p:nvSpPr>
        <p:spPr bwMode="auto">
          <a:xfrm>
            <a:off x="4057701" y="2924944"/>
            <a:ext cx="109036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kumimoji="0" lang="en-US" altLang="ko-KR" sz="1200" b="1" dirty="0" smtClean="0">
                <a:latin typeface="맑은 고딕" pitchFamily="50" charset="-127"/>
                <a:ea typeface="맑은 고딕" pitchFamily="50" charset="-127"/>
              </a:rPr>
              <a:t>F0/0</a:t>
            </a:r>
          </a:p>
          <a:p>
            <a:pPr algn="ctr"/>
            <a:r>
              <a:rPr kumimoji="0" lang="en-US" altLang="ko-KR" sz="1200" b="1" dirty="0" smtClean="0">
                <a:latin typeface="맑은 고딕" pitchFamily="50" charset="-127"/>
                <a:ea typeface="맑은 고딕" pitchFamily="50" charset="-127"/>
              </a:rPr>
              <a:t>10.1.12.0/24</a:t>
            </a:r>
            <a:endParaRPr kumimoji="0" lang="ko-KR" altLang="en-US" sz="1200" b="1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32" name="그룹 104"/>
          <p:cNvGrpSpPr>
            <a:grpSpLocks/>
          </p:cNvGrpSpPr>
          <p:nvPr/>
        </p:nvGrpSpPr>
        <p:grpSpPr bwMode="auto">
          <a:xfrm flipV="1">
            <a:off x="3134122" y="2996952"/>
            <a:ext cx="285750" cy="358775"/>
            <a:chOff x="1714481" y="3857627"/>
            <a:chExt cx="285750" cy="358775"/>
          </a:xfrm>
        </p:grpSpPr>
        <p:cxnSp>
          <p:nvCxnSpPr>
            <p:cNvPr id="33" name="직선 연결선 32"/>
            <p:cNvCxnSpPr/>
            <p:nvPr/>
          </p:nvCxnSpPr>
          <p:spPr>
            <a:xfrm rot="5400000">
              <a:off x="1679556" y="4035428"/>
              <a:ext cx="357188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그룹 104"/>
          <p:cNvGrpSpPr>
            <a:grpSpLocks/>
          </p:cNvGrpSpPr>
          <p:nvPr/>
        </p:nvGrpSpPr>
        <p:grpSpPr bwMode="auto">
          <a:xfrm flipV="1">
            <a:off x="5726410" y="2998217"/>
            <a:ext cx="285750" cy="358775"/>
            <a:chOff x="1714481" y="3857627"/>
            <a:chExt cx="285750" cy="358775"/>
          </a:xfrm>
        </p:grpSpPr>
        <p:cxnSp>
          <p:nvCxnSpPr>
            <p:cNvPr id="36" name="직선 연결선 35"/>
            <p:cNvCxnSpPr/>
            <p:nvPr/>
          </p:nvCxnSpPr>
          <p:spPr>
            <a:xfrm rot="5400000">
              <a:off x="1679556" y="4035428"/>
              <a:ext cx="357188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연결선 36"/>
            <p:cNvCxnSpPr/>
            <p:nvPr/>
          </p:nvCxnSpPr>
          <p:spPr>
            <a:xfrm>
              <a:off x="1714481" y="4214815"/>
              <a:ext cx="285750" cy="1587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GRE VPN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ko-KR" sz="2400" dirty="0" smtClean="0"/>
              <a:t>Lo0</a:t>
            </a:r>
          </a:p>
          <a:p>
            <a:pPr lvl="1"/>
            <a:r>
              <a:rPr lang="en-US" altLang="ko-KR" sz="2000" dirty="0" smtClean="0"/>
              <a:t>32bit</a:t>
            </a:r>
          </a:p>
          <a:p>
            <a:pPr lvl="1"/>
            <a:endParaRPr lang="en-US" altLang="ko-KR" sz="2000" dirty="0" smtClean="0"/>
          </a:p>
          <a:p>
            <a:r>
              <a:rPr lang="ko-KR" altLang="en-US" sz="2400" dirty="0" err="1" smtClean="0"/>
              <a:t>라우팅</a:t>
            </a:r>
            <a:endParaRPr lang="en-US" altLang="ko-KR" sz="2400" dirty="0" smtClean="0"/>
          </a:p>
          <a:p>
            <a:pPr lvl="1"/>
            <a:r>
              <a:rPr lang="en-US" altLang="ko-KR" sz="2000" dirty="0" smtClean="0"/>
              <a:t>Static</a:t>
            </a:r>
          </a:p>
          <a:p>
            <a:pPr lvl="1"/>
            <a:r>
              <a:rPr lang="en-US" altLang="ko-KR" sz="2000" dirty="0" smtClean="0"/>
              <a:t>OSPF</a:t>
            </a:r>
            <a:endParaRPr lang="en-US" altLang="ko-KR" sz="2000" dirty="0" smtClean="0"/>
          </a:p>
          <a:p>
            <a:pPr lvl="1"/>
            <a:endParaRPr lang="en-US" altLang="ko-KR" sz="2000" dirty="0" smtClean="0"/>
          </a:p>
          <a:p>
            <a:r>
              <a:rPr lang="en-US" altLang="ko-KR" sz="2400" dirty="0" smtClean="0"/>
              <a:t>GRE Tunnel</a:t>
            </a:r>
          </a:p>
          <a:p>
            <a:pPr lvl="1"/>
            <a:r>
              <a:rPr lang="en-US" altLang="ko-KR" sz="2000" dirty="0" smtClean="0"/>
              <a:t>IP 100.1.12.0/24</a:t>
            </a:r>
          </a:p>
          <a:p>
            <a:endParaRPr lang="ko-KR" altLang="en-US" dirty="0"/>
          </a:p>
        </p:txBody>
      </p:sp>
      <p:graphicFrame>
        <p:nvGraphicFramePr>
          <p:cNvPr id="5" name="내용 개체 틀 4"/>
          <p:cNvGraphicFramePr>
            <a:graphicFrameLocks noGrp="1"/>
          </p:cNvGraphicFramePr>
          <p:nvPr>
            <p:ph sz="half" idx="2"/>
          </p:nvPr>
        </p:nvGraphicFramePr>
        <p:xfrm>
          <a:off x="4648200" y="1600200"/>
          <a:ext cx="4038600" cy="210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ISAKMP Policy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IPSec</a:t>
                      </a:r>
                      <a:r>
                        <a:rPr lang="en-US" altLang="ko-KR" baseline="0" dirty="0" smtClean="0"/>
                        <a:t> Policy</a:t>
                      </a:r>
                      <a:endParaRPr lang="ko-KR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Authentication: </a:t>
                      </a:r>
                      <a:r>
                        <a:rPr lang="en-US" altLang="ko-KR" dirty="0" err="1" smtClean="0"/>
                        <a:t>Preshared</a:t>
                      </a:r>
                      <a:endParaRPr lang="en-US" altLang="ko-KR" dirty="0" smtClean="0"/>
                    </a:p>
                    <a:p>
                      <a:pPr latinLnBrk="1"/>
                      <a:r>
                        <a:rPr lang="en-US" altLang="ko-KR" dirty="0" smtClean="0"/>
                        <a:t>Hash:</a:t>
                      </a:r>
                      <a:r>
                        <a:rPr lang="en-US" altLang="ko-KR" baseline="0" dirty="0" smtClean="0"/>
                        <a:t> SHA</a:t>
                      </a:r>
                    </a:p>
                    <a:p>
                      <a:pPr latinLnBrk="1"/>
                      <a:r>
                        <a:rPr lang="en-US" altLang="ko-KR" baseline="0" dirty="0" smtClean="0"/>
                        <a:t>Encryption: DES</a:t>
                      </a:r>
                      <a:endParaRPr lang="en-US" altLang="ko-KR" dirty="0" smtClean="0"/>
                    </a:p>
                    <a:p>
                      <a:pPr latinLnBrk="1"/>
                      <a:r>
                        <a:rPr lang="en-US" altLang="ko-KR" dirty="0" smtClean="0"/>
                        <a:t>DH GROUP: 1</a:t>
                      </a:r>
                    </a:p>
                    <a:p>
                      <a:pPr latinLnBrk="1"/>
                      <a:r>
                        <a:rPr lang="en-US" altLang="ko-KR" dirty="0" smtClean="0"/>
                        <a:t>PSK</a:t>
                      </a:r>
                      <a:r>
                        <a:rPr lang="en-US" altLang="ko-KR" smtClean="0"/>
                        <a:t>: cisco123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Encryption: ESP-DES</a:t>
                      </a:r>
                    </a:p>
                    <a:p>
                      <a:pPr latinLnBrk="1"/>
                      <a:r>
                        <a:rPr lang="en-US" altLang="ko-KR" dirty="0" smtClean="0"/>
                        <a:t>HASH: ESP-SHA-HMAC</a:t>
                      </a:r>
                    </a:p>
                    <a:p>
                      <a:pPr latinLnBrk="1"/>
                      <a:r>
                        <a:rPr lang="en-US" altLang="ko-KR" dirty="0" smtClean="0"/>
                        <a:t>Proxy</a:t>
                      </a:r>
                      <a:r>
                        <a:rPr lang="en-US" altLang="ko-KR" baseline="0" dirty="0" smtClean="0"/>
                        <a:t> ID: 1.1.1.1 </a:t>
                      </a:r>
                      <a:r>
                        <a:rPr lang="en-US" altLang="ko-KR" baseline="0" dirty="0" smtClean="0">
                          <a:sym typeface="Wingdings" pitchFamily="2" charset="2"/>
                        </a:rPr>
                        <a:t>  2.2.2.2</a:t>
                      </a:r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50</Words>
  <Application>Microsoft Office PowerPoint</Application>
  <PresentationFormat>화면 슬라이드 쇼(4:3)</PresentationFormat>
  <Paragraphs>25</Paragraphs>
  <Slides>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테마</vt:lpstr>
      <vt:lpstr>GRE VPN</vt:lpstr>
      <vt:lpstr>GRE VPN</vt:lpstr>
    </vt:vector>
  </TitlesOfParts>
  <Company>Owner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IPSec VPN</dc:title>
  <dc:creator>System</dc:creator>
  <cp:lastModifiedBy>System</cp:lastModifiedBy>
  <cp:revision>8</cp:revision>
  <dcterms:created xsi:type="dcterms:W3CDTF">2013-07-03T08:07:35Z</dcterms:created>
  <dcterms:modified xsi:type="dcterms:W3CDTF">2013-07-31T00:57:37Z</dcterms:modified>
</cp:coreProperties>
</file>