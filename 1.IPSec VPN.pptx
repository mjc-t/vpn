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IPSec VPN</a:t>
            </a:r>
            <a:endParaRPr lang="ko-KR" altLang="en-US" dirty="0" smtClean="0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2843808" y="3371850"/>
            <a:ext cx="892175" cy="628650"/>
            <a:chOff x="1428750" y="4286250"/>
            <a:chExt cx="892175" cy="628650"/>
          </a:xfrm>
        </p:grpSpPr>
        <p:pic>
          <p:nvPicPr>
            <p:cNvPr id="310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5408017" y="3357563"/>
            <a:ext cx="892175" cy="628650"/>
            <a:chOff x="1428750" y="4286250"/>
            <a:chExt cx="892175" cy="628650"/>
          </a:xfrm>
        </p:grpSpPr>
        <p:pic>
          <p:nvPicPr>
            <p:cNvPr id="309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1" name="직선 연결선 40"/>
          <p:cNvCxnSpPr>
            <a:stCxn id="3101" idx="3"/>
            <a:endCxn id="3099" idx="1"/>
          </p:cNvCxnSpPr>
          <p:nvPr/>
        </p:nvCxnSpPr>
        <p:spPr>
          <a:xfrm flipV="1">
            <a:off x="3735983" y="3671888"/>
            <a:ext cx="1672034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TextBox 182"/>
          <p:cNvSpPr txBox="1">
            <a:spLocks noChangeArrowheads="1"/>
          </p:cNvSpPr>
          <p:nvPr/>
        </p:nvSpPr>
        <p:spPr bwMode="auto">
          <a:xfrm>
            <a:off x="4057701" y="2924944"/>
            <a:ext cx="10903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10.1.12.0/24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2" name="그룹 104"/>
          <p:cNvGrpSpPr>
            <a:grpSpLocks/>
          </p:cNvGrpSpPr>
          <p:nvPr/>
        </p:nvGrpSpPr>
        <p:grpSpPr bwMode="auto">
          <a:xfrm flipV="1">
            <a:off x="3134122" y="2996952"/>
            <a:ext cx="285750" cy="358775"/>
            <a:chOff x="1714481" y="3857627"/>
            <a:chExt cx="285750" cy="358775"/>
          </a:xfrm>
        </p:grpSpPr>
        <p:cxnSp>
          <p:nvCxnSpPr>
            <p:cNvPr id="33" name="직선 연결선 32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104"/>
          <p:cNvGrpSpPr>
            <a:grpSpLocks/>
          </p:cNvGrpSpPr>
          <p:nvPr/>
        </p:nvGrpSpPr>
        <p:grpSpPr bwMode="auto">
          <a:xfrm flipV="1">
            <a:off x="5726410" y="2998217"/>
            <a:ext cx="285750" cy="358775"/>
            <a:chOff x="1714481" y="3857627"/>
            <a:chExt cx="285750" cy="358775"/>
          </a:xfrm>
        </p:grpSpPr>
        <p:cxnSp>
          <p:nvCxnSpPr>
            <p:cNvPr id="36" name="직선 연결선 35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IPSec VPN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sz="2400" dirty="0" smtClean="0"/>
              <a:t>Lo0</a:t>
            </a:r>
          </a:p>
          <a:p>
            <a:pPr lvl="1"/>
            <a:r>
              <a:rPr lang="en-US" altLang="ko-KR" sz="2000" dirty="0" smtClean="0"/>
              <a:t>32bit</a:t>
            </a:r>
          </a:p>
          <a:p>
            <a:pPr lvl="1"/>
            <a:endParaRPr lang="en-US" altLang="ko-KR" sz="2000" dirty="0" smtClean="0"/>
          </a:p>
          <a:p>
            <a:r>
              <a:rPr lang="ko-KR" altLang="en-US" sz="2400" dirty="0" err="1" smtClean="0"/>
              <a:t>라우팅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Default </a:t>
            </a:r>
            <a:r>
              <a:rPr lang="ko-KR" altLang="en-US" sz="2000" dirty="0" smtClean="0"/>
              <a:t>설정</a:t>
            </a:r>
            <a:endParaRPr lang="en-US" altLang="ko-KR" sz="2000" dirty="0" smtClean="0"/>
          </a:p>
          <a:p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ISAKMP Policy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IPSec</a:t>
                      </a:r>
                      <a:r>
                        <a:rPr lang="en-US" altLang="ko-KR" baseline="0" dirty="0" smtClean="0"/>
                        <a:t> Policy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Authentication: </a:t>
                      </a:r>
                      <a:r>
                        <a:rPr lang="en-US" altLang="ko-KR" dirty="0" err="1" smtClean="0"/>
                        <a:t>Preshared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Hash: </a:t>
                      </a:r>
                      <a:r>
                        <a:rPr lang="en-US" altLang="ko-KR" dirty="0" smtClean="0"/>
                        <a:t>MD5</a:t>
                      </a:r>
                    </a:p>
                    <a:p>
                      <a:pPr latinLnBrk="1"/>
                      <a:r>
                        <a:rPr lang="en-US" altLang="ko-KR" smtClean="0"/>
                        <a:t>Encryption: 3DES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DH GROUP: 2</a:t>
                      </a:r>
                    </a:p>
                    <a:p>
                      <a:pPr latinLnBrk="1"/>
                      <a:r>
                        <a:rPr lang="en-US" altLang="ko-KR" dirty="0" smtClean="0"/>
                        <a:t>PSK: cisco123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Encryption: ESP-3DES</a:t>
                      </a:r>
                    </a:p>
                    <a:p>
                      <a:pPr latinLnBrk="1"/>
                      <a:r>
                        <a:rPr lang="en-US" altLang="ko-KR" dirty="0" smtClean="0"/>
                        <a:t>HASH: MD5</a:t>
                      </a:r>
                    </a:p>
                    <a:p>
                      <a:pPr latinLnBrk="1"/>
                      <a:r>
                        <a:rPr lang="en-US" altLang="ko-KR" dirty="0" smtClean="0"/>
                        <a:t>Proxy</a:t>
                      </a:r>
                      <a:r>
                        <a:rPr lang="en-US" altLang="ko-KR" baseline="0" dirty="0" smtClean="0"/>
                        <a:t> ID: 1.1.1.1 </a:t>
                      </a:r>
                      <a:r>
                        <a:rPr lang="en-US" altLang="ko-KR" baseline="0" dirty="0" smtClean="0">
                          <a:sym typeface="Wingdings" pitchFamily="2" charset="2"/>
                        </a:rPr>
                        <a:t>  2.2.2.2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</Words>
  <Application>Microsoft Office PowerPoint</Application>
  <PresentationFormat>화면 슬라이드 쇼(4:3)</PresentationFormat>
  <Paragraphs>21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IPSec VPN</vt:lpstr>
      <vt:lpstr>IPSec VPN</vt:lpstr>
    </vt:vector>
  </TitlesOfParts>
  <Company>Owner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 VPN</dc:title>
  <dc:creator>System</dc:creator>
  <cp:lastModifiedBy>Na</cp:lastModifiedBy>
  <cp:revision>3</cp:revision>
  <dcterms:created xsi:type="dcterms:W3CDTF">2013-07-03T08:07:35Z</dcterms:created>
  <dcterms:modified xsi:type="dcterms:W3CDTF">2013-07-07T07:04:16Z</dcterms:modified>
</cp:coreProperties>
</file>